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05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07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95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15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33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32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7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0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11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325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354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9344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705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3348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5483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176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38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409E266-57B1-4392-9F07-1544D7732CAB}" type="datetimeFigureOut">
              <a:rPr lang="ru-RU" smtClean="0"/>
              <a:t>12.10.2025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337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65B08-F1BA-F837-AB1D-711052BC51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Моделирование бизнес процесса «Приготовить «Рататуй» под заказ»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B191E1-C861-DAFC-0026-E7788747FC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Выполнил:</a:t>
            </a:r>
            <a:br>
              <a:rPr lang="ru-RU" dirty="0"/>
            </a:br>
            <a:r>
              <a:rPr lang="ru-RU" dirty="0"/>
              <a:t>Студент ИКБО-50-23</a:t>
            </a:r>
          </a:p>
          <a:p>
            <a:r>
              <a:rPr lang="ru-RU" dirty="0"/>
              <a:t>Павлов Никита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3507923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9FA463-E65F-F58D-480F-E2AD452F5B29}"/>
              </a:ext>
            </a:extLst>
          </p:cNvPr>
          <p:cNvSpPr txBox="1"/>
          <p:nvPr/>
        </p:nvSpPr>
        <p:spPr>
          <a:xfrm>
            <a:off x="2920312" y="5227372"/>
            <a:ext cx="6351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Бизнес-процесс «Приготовить «Рататуй» под заказ»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85548D-087E-B147-0DC9-7CE3B5FC0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10" y="1785551"/>
            <a:ext cx="11789780" cy="328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4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9991B2-56DA-C7FF-5F67-DE9D2C159A27}"/>
              </a:ext>
            </a:extLst>
          </p:cNvPr>
          <p:cNvSpPr txBox="1"/>
          <p:nvPr/>
        </p:nvSpPr>
        <p:spPr>
          <a:xfrm>
            <a:off x="3674075" y="5144994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Подпроцесс «Приготовить соус»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03FDE4-A713-5E33-E030-9B71DC8E0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96" y="1862540"/>
            <a:ext cx="11166005" cy="313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5075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</TotalTime>
  <Words>33</Words>
  <Application>Microsoft Office PowerPoint</Application>
  <PresentationFormat>Широкоэкранный</PresentationFormat>
  <Paragraphs>5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Century Gothic</vt:lpstr>
      <vt:lpstr>Wingdings 3</vt:lpstr>
      <vt:lpstr>Сектор</vt:lpstr>
      <vt:lpstr>Моделирование бизнес процесса «Приготовить «Рататуй» под заказ»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Pavlov</dc:creator>
  <cp:lastModifiedBy>Nikita Pavlov</cp:lastModifiedBy>
  <cp:revision>2</cp:revision>
  <dcterms:created xsi:type="dcterms:W3CDTF">2025-09-08T13:32:40Z</dcterms:created>
  <dcterms:modified xsi:type="dcterms:W3CDTF">2025-10-12T13:54:41Z</dcterms:modified>
</cp:coreProperties>
</file>