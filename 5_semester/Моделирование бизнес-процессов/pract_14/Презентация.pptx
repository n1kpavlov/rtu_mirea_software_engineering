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5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0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5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15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3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2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1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2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5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34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70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348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483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76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3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09E266-57B1-4392-9F07-1544D7732CAB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3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65B08-F1BA-F837-AB1D-711052BC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715529"/>
            <a:ext cx="8001000" cy="2971801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Моделирование бизнес процесса «Выполнить заказ розничного клиента в интернет-магазине»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B191E1-C861-DAFC-0026-E7788747F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4774743"/>
            <a:ext cx="6400800" cy="1947333"/>
          </a:xfrm>
        </p:spPr>
        <p:txBody>
          <a:bodyPr/>
          <a:lstStyle/>
          <a:p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Студент ИКБО-50-23</a:t>
            </a:r>
          </a:p>
          <a:p>
            <a:r>
              <a:rPr lang="ru-RU" dirty="0"/>
              <a:t>Павлов Никита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50792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9FA463-E65F-F58D-480F-E2AD452F5B29}"/>
              </a:ext>
            </a:extLst>
          </p:cNvPr>
          <p:cNvSpPr txBox="1"/>
          <p:nvPr/>
        </p:nvSpPr>
        <p:spPr>
          <a:xfrm>
            <a:off x="1521940" y="6298291"/>
            <a:ext cx="914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Бизнес-процесс «Выполнить заказ розничного клиента в интернет-магазине»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781DFD5-0F17-06A2-E106-DC2B0C1E9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23" y="117312"/>
            <a:ext cx="8991754" cy="611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4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9991B2-56DA-C7FF-5F67-DE9D2C159A27}"/>
              </a:ext>
            </a:extLst>
          </p:cNvPr>
          <p:cNvSpPr txBox="1"/>
          <p:nvPr/>
        </p:nvSpPr>
        <p:spPr>
          <a:xfrm>
            <a:off x="3674075" y="5144994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Подпроцесс «Обработать платеж»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9554FB-5E69-4D33-1F3A-32668376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219" y="1817698"/>
            <a:ext cx="9123560" cy="322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507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</TotalTime>
  <Words>33</Words>
  <Application>Microsoft Office PowerPoint</Application>
  <PresentationFormat>Широкоэкранный</PresentationFormat>
  <Paragraphs>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Сектор</vt:lpstr>
      <vt:lpstr>Моделирование бизнес процесса «Выполнить заказ розничного клиента в интернет-магазине»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Pavlov</dc:creator>
  <cp:lastModifiedBy>Nikita Pavlov</cp:lastModifiedBy>
  <cp:revision>3</cp:revision>
  <dcterms:created xsi:type="dcterms:W3CDTF">2025-09-08T13:32:40Z</dcterms:created>
  <dcterms:modified xsi:type="dcterms:W3CDTF">2025-10-13T07:46:08Z</dcterms:modified>
</cp:coreProperties>
</file>