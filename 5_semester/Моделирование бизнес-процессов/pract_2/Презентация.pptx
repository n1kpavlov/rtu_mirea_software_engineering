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5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07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95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15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3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32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7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1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2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5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934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0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3348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483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176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3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09E266-57B1-4392-9F07-1544D7732CAB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B700009-E64E-40E1-AD42-28AFFCDDBA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37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65B08-F1BA-F837-AB1D-711052BC5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Моделирование бизнес процесса «Приготовление шашлыка»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B191E1-C861-DAFC-0026-E7788747F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</a:t>
            </a:r>
            <a:br>
              <a:rPr lang="ru-RU" dirty="0"/>
            </a:br>
            <a:r>
              <a:rPr lang="ru-RU" dirty="0"/>
              <a:t>Студент ИКБО-50-23</a:t>
            </a:r>
          </a:p>
          <a:p>
            <a:r>
              <a:rPr lang="ru-RU" dirty="0"/>
              <a:t>Павлов Никита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350792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197E7E-1B2B-0ECD-CF2C-9D1EB05A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7DC117-A25C-1F57-FD1B-9A5DFEEC5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FDCB00-2262-6516-B24C-551149821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4" y="175622"/>
            <a:ext cx="8262551" cy="5740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9FA463-E65F-F58D-480F-E2AD452F5B29}"/>
              </a:ext>
            </a:extLst>
          </p:cNvPr>
          <p:cNvSpPr txBox="1"/>
          <p:nvPr/>
        </p:nvSpPr>
        <p:spPr>
          <a:xfrm>
            <a:off x="3674074" y="6133534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Концептуальная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213124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4C8B-CB07-EECE-D812-573BB268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F54DCF-D5E0-4C5D-4834-2B291768A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267A51-295F-0D5B-06A5-412B07AE0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5" y="153525"/>
            <a:ext cx="8262550" cy="57224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9991B2-56DA-C7FF-5F67-DE9D2C159A27}"/>
              </a:ext>
            </a:extLst>
          </p:cNvPr>
          <p:cNvSpPr txBox="1"/>
          <p:nvPr/>
        </p:nvSpPr>
        <p:spPr>
          <a:xfrm>
            <a:off x="3674074" y="6133534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Декомпозиция концептуальной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19929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6ECA3-3AC5-6B7A-FBEB-46AA8861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5F921D-AF21-1193-882F-FB921E397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E4790B-D419-A07E-2FD7-0A649D9E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941" y="96659"/>
            <a:ext cx="8386118" cy="5818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55E22E-934E-8C0F-CC90-E30043AB2C15}"/>
              </a:ext>
            </a:extLst>
          </p:cNvPr>
          <p:cNvSpPr txBox="1"/>
          <p:nvPr/>
        </p:nvSpPr>
        <p:spPr>
          <a:xfrm>
            <a:off x="3674074" y="6133534"/>
            <a:ext cx="484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Декомпозиция подпроцесса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42280432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</TotalTime>
  <Words>22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Сектор</vt:lpstr>
      <vt:lpstr>Моделирование бизнес процесса «Приготовление шашлыка»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Pavlov</dc:creator>
  <cp:lastModifiedBy>Nikita Pavlov</cp:lastModifiedBy>
  <cp:revision>1</cp:revision>
  <dcterms:created xsi:type="dcterms:W3CDTF">2025-09-08T13:32:40Z</dcterms:created>
  <dcterms:modified xsi:type="dcterms:W3CDTF">2025-09-08T13:38:13Z</dcterms:modified>
</cp:coreProperties>
</file>