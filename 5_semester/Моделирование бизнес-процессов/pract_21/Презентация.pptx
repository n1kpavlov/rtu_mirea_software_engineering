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05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07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95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15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3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32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7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1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32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35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9344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70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348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483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176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3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09E266-57B1-4392-9F07-1544D7732CA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37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65B08-F1BA-F837-AB1D-711052BC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369172" cy="2971801"/>
          </a:xfrm>
        </p:spPr>
        <p:txBody>
          <a:bodyPr>
            <a:normAutofit/>
          </a:bodyPr>
          <a:lstStyle/>
          <a:p>
            <a:r>
              <a:rPr lang="ru-RU" dirty="0"/>
              <a:t>построение процессно-событийной модели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B191E1-C861-DAFC-0026-E7788747F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</a:t>
            </a:r>
            <a:br>
              <a:rPr lang="ru-RU" dirty="0"/>
            </a:br>
            <a:r>
              <a:rPr lang="ru-RU" dirty="0"/>
              <a:t>Студент ИКБО-50-23</a:t>
            </a:r>
          </a:p>
          <a:p>
            <a:r>
              <a:rPr lang="ru-RU" dirty="0"/>
              <a:t>Павлов Никита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350792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9FA463-E65F-F58D-480F-E2AD452F5B29}"/>
              </a:ext>
            </a:extLst>
          </p:cNvPr>
          <p:cNvSpPr txBox="1"/>
          <p:nvPr/>
        </p:nvSpPr>
        <p:spPr>
          <a:xfrm>
            <a:off x="1656835" y="6131165"/>
            <a:ext cx="887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Процесс «Продать полис ОСАГО»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486ADC8-4CE9-942A-79F9-9C47A9D23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354" y="159478"/>
            <a:ext cx="4135292" cy="583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4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1EA6-1E98-C77C-E4CF-0FE0E970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F7A3EA-CCAE-99F6-9F85-76F63F6699AB}"/>
              </a:ext>
            </a:extLst>
          </p:cNvPr>
          <p:cNvSpPr txBox="1"/>
          <p:nvPr/>
        </p:nvSpPr>
        <p:spPr>
          <a:xfrm>
            <a:off x="1656835" y="6170759"/>
            <a:ext cx="887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Декомпозиция подпроцесса «Обработать заявку клиента»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C93F43-C375-1EB1-6FB2-7DB6D163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51782"/>
            <a:ext cx="5829300" cy="592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6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4961C-0F01-C7ED-671A-484DC731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1DAC3C-2C83-72C0-2F2F-F7426CD3C353}"/>
              </a:ext>
            </a:extLst>
          </p:cNvPr>
          <p:cNvSpPr txBox="1"/>
          <p:nvPr/>
        </p:nvSpPr>
        <p:spPr>
          <a:xfrm>
            <a:off x="1656835" y="6199209"/>
            <a:ext cx="887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Декомпозиция подпроцесса «Рассчитать страховую сумму»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59E7E05-3415-E410-E2AF-86D361A6E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842" y="154561"/>
            <a:ext cx="6214316" cy="597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2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69248-C35C-2D18-E441-98959361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45773A-E057-3451-EC62-682C3876C771}"/>
              </a:ext>
            </a:extLst>
          </p:cNvPr>
          <p:cNvSpPr txBox="1"/>
          <p:nvPr/>
        </p:nvSpPr>
        <p:spPr>
          <a:xfrm>
            <a:off x="1656834" y="6248636"/>
            <a:ext cx="887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Декомпозиция подпроцесса «Выдать полис ОСАГО»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1887844-88D8-6191-824E-623184FC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782" y="150853"/>
            <a:ext cx="4242435" cy="598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01381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</TotalTime>
  <Words>38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Сектор</vt:lpstr>
      <vt:lpstr>построение процессно-событийной модели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Pavlov</dc:creator>
  <cp:lastModifiedBy>Nikita Pavlov</cp:lastModifiedBy>
  <cp:revision>5</cp:revision>
  <dcterms:created xsi:type="dcterms:W3CDTF">2025-09-08T13:32:40Z</dcterms:created>
  <dcterms:modified xsi:type="dcterms:W3CDTF">2025-11-15T16:58:06Z</dcterms:modified>
</cp:coreProperties>
</file>