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369172" cy="2971801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организационной модели компании по складской деятельности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2679354" y="4304506"/>
            <a:ext cx="68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Организационная модель ООО «Складской Комплекс»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CD8A70-BBE4-2FC3-3078-592A3ECA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17" y="2670318"/>
            <a:ext cx="11501963" cy="151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991B2-56DA-C7FF-5F67-DE9D2C159A27}"/>
              </a:ext>
            </a:extLst>
          </p:cNvPr>
          <p:cNvSpPr txBox="1"/>
          <p:nvPr/>
        </p:nvSpPr>
        <p:spPr>
          <a:xfrm>
            <a:off x="2281537" y="5246594"/>
            <a:ext cx="7628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Организационные схемы подразделений: Отдел складской логистики, Отдел приемки и отгрузки, Транспортный отдел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8BFD7B-DA54-0C03-1163-C962BF9C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0" y="1722966"/>
            <a:ext cx="11759940" cy="341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4172-E048-4805-E995-BBA4B5A9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4F5D4-3ED0-8D98-3DD7-2EFCDE9A032B}"/>
              </a:ext>
            </a:extLst>
          </p:cNvPr>
          <p:cNvSpPr txBox="1"/>
          <p:nvPr/>
        </p:nvSpPr>
        <p:spPr>
          <a:xfrm>
            <a:off x="1316565" y="5288928"/>
            <a:ext cx="95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Организационные схемы подразделений: Коммерческий отдел, Бухгалтерия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FBD6FF3-0DC1-73FB-21F5-4D997D562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95" y="1722967"/>
            <a:ext cx="11610209" cy="34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3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9E41-7FD4-923D-F967-A36A4B7A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BF1955-A4D9-E254-79E9-5C990278DFD4}"/>
              </a:ext>
            </a:extLst>
          </p:cNvPr>
          <p:cNvSpPr txBox="1"/>
          <p:nvPr/>
        </p:nvSpPr>
        <p:spPr>
          <a:xfrm>
            <a:off x="2093537" y="5263528"/>
            <a:ext cx="800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Организационные схемы подразделений: IT-отдел, Отдел кадров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55368A-AB4C-F807-2252-6BEC4CFB9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66" y="1698936"/>
            <a:ext cx="11368468" cy="34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4645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</TotalTime>
  <Words>53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Сектор</vt:lpstr>
      <vt:lpstr>Разработка организационной модели компании по складской деятельности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3</cp:revision>
  <dcterms:created xsi:type="dcterms:W3CDTF">2025-09-08T13:32:40Z</dcterms:created>
  <dcterms:modified xsi:type="dcterms:W3CDTF">2025-11-08T19:26:15Z</dcterms:modified>
</cp:coreProperties>
</file>