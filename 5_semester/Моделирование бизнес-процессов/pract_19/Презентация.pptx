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05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07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95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15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3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32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7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11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32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35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9344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70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3348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483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176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38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337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65B08-F1BA-F837-AB1D-711052BC5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369172" cy="2971801"/>
          </a:xfrm>
        </p:spPr>
        <p:txBody>
          <a:bodyPr>
            <a:normAutofit/>
          </a:bodyPr>
          <a:lstStyle/>
          <a:p>
            <a:r>
              <a:rPr lang="ru-RU" dirty="0"/>
              <a:t>Разработка дерева функций для процесса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B191E1-C861-DAFC-0026-E7788747F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</a:t>
            </a:r>
            <a:br>
              <a:rPr lang="ru-RU" dirty="0"/>
            </a:br>
            <a:r>
              <a:rPr lang="ru-RU" dirty="0"/>
              <a:t>Студент ИКБО-50-23</a:t>
            </a:r>
          </a:p>
          <a:p>
            <a:r>
              <a:rPr lang="ru-RU" dirty="0"/>
              <a:t>Павлов Никита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3507923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9FA463-E65F-F58D-480F-E2AD452F5B29}"/>
              </a:ext>
            </a:extLst>
          </p:cNvPr>
          <p:cNvSpPr txBox="1"/>
          <p:nvPr/>
        </p:nvSpPr>
        <p:spPr>
          <a:xfrm>
            <a:off x="1656835" y="5770841"/>
            <a:ext cx="887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Дерево функций процесса «Обработка заказа в интернет-магазине»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44B2BA-3126-500E-8420-A03A19E8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71" y="1304288"/>
            <a:ext cx="11577058" cy="424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41606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</TotalTime>
  <Words>22</Words>
  <Application>Microsoft Office PowerPoint</Application>
  <PresentationFormat>Широкоэкранный</PresentationFormat>
  <Paragraphs>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Сектор</vt:lpstr>
      <vt:lpstr>Разработка дерева функций для процесса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Pavlov</dc:creator>
  <cp:lastModifiedBy>Nikita Pavlov</cp:lastModifiedBy>
  <cp:revision>4</cp:revision>
  <dcterms:created xsi:type="dcterms:W3CDTF">2025-09-08T13:32:40Z</dcterms:created>
  <dcterms:modified xsi:type="dcterms:W3CDTF">2025-11-08T20:22:42Z</dcterms:modified>
</cp:coreProperties>
</file>