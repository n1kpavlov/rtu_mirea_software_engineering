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MiSans" panose="020B0604020202020204" charset="-122"/>
      <p:regular r:id="rId18"/>
    </p:embeddedFont>
    <p:embeddedFont>
      <p:font typeface="Liter" panose="020B0604020202020204" charset="0"/>
      <p:regular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3131"/>
    <a:srgbClr val="EF4444"/>
    <a:srgbClr val="ECB324"/>
    <a:srgbClr val="217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847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ithub.com/Hohrandrey/Finlytic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hrandrey/Finlytics/wiki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ohrandrey/Finlyt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ffec452bc41c0e59024c14ec2ac4aabd757b6ea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784" b="778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1E1E">
                  <a:alpha val="90000"/>
                </a:srgbClr>
              </a:gs>
              <a:gs pos="50000">
                <a:srgbClr val="1E1E1E">
                  <a:alpha val="80000"/>
                </a:srgbClr>
              </a:gs>
              <a:gs pos="100000">
                <a:srgbClr val="2176FF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384810"/>
            <a:ext cx="2941320" cy="388620"/>
          </a:xfrm>
          <a:custGeom>
            <a:avLst/>
            <a:gdLst/>
            <a:ahLst/>
            <a:cxnLst/>
            <a:rect l="l" t="t" r="r" b="b"/>
            <a:pathLst>
              <a:path w="2941320" h="388620">
                <a:moveTo>
                  <a:pt x="76201" y="0"/>
                </a:moveTo>
                <a:lnTo>
                  <a:pt x="2865119" y="0"/>
                </a:lnTo>
                <a:cubicBezTo>
                  <a:pt x="2907204" y="0"/>
                  <a:pt x="2941320" y="34116"/>
                  <a:pt x="2941320" y="76201"/>
                </a:cubicBezTo>
                <a:lnTo>
                  <a:pt x="2941320" y="312419"/>
                </a:lnTo>
                <a:cubicBezTo>
                  <a:pt x="2941320" y="354504"/>
                  <a:pt x="2907204" y="388620"/>
                  <a:pt x="286511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 w="10160">
            <a:solidFill>
              <a:srgbClr val="2176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46482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РТУ МИРЭА • ИКБО-50-23 • 2026</a:t>
            </a:r>
            <a:endParaRPr lang="en-US" sz="1600" dirty="0"/>
          </a:p>
        </p:txBody>
      </p:sp>
      <p:sp>
        <p:nvSpPr>
          <p:cNvPr id="6" name="Shape 3">
            <a:hlinkClick r:id="rId4"/>
          </p:cNvPr>
          <p:cNvSpPr/>
          <p:nvPr/>
        </p:nvSpPr>
        <p:spPr>
          <a:xfrm>
            <a:off x="113538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>
            <a:hlinkClick r:id="rId4"/>
          </p:cNvPr>
          <p:cNvSpPr/>
          <p:nvPr/>
        </p:nvSpPr>
        <p:spPr>
          <a:xfrm>
            <a:off x="11468100" y="49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8" name="Shape 5"/>
          <p:cNvSpPr/>
          <p:nvPr/>
        </p:nvSpPr>
        <p:spPr>
          <a:xfrm>
            <a:off x="384810" y="1113473"/>
            <a:ext cx="2550795" cy="388620"/>
          </a:xfrm>
          <a:custGeom>
            <a:avLst/>
            <a:gdLst/>
            <a:ahLst/>
            <a:cxnLst/>
            <a:rect l="l" t="t" r="r" b="b"/>
            <a:pathLst>
              <a:path w="2550795" h="388620">
                <a:moveTo>
                  <a:pt x="194310" y="0"/>
                </a:moveTo>
                <a:lnTo>
                  <a:pt x="2356485" y="0"/>
                </a:lnTo>
                <a:cubicBezTo>
                  <a:pt x="2463799" y="0"/>
                  <a:pt x="2550795" y="86996"/>
                  <a:pt x="2550795" y="194310"/>
                </a:cubicBezTo>
                <a:lnTo>
                  <a:pt x="2550795" y="194310"/>
                </a:lnTo>
                <a:cubicBezTo>
                  <a:pt x="2550795" y="301624"/>
                  <a:pt x="2463799" y="388620"/>
                  <a:pt x="2356485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 w="1016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1020" y="126968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0" name="Text 7"/>
          <p:cNvSpPr/>
          <p:nvPr/>
        </p:nvSpPr>
        <p:spPr>
          <a:xfrm>
            <a:off x="712708" y="1193483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Проект успешно реализован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1886903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Finlytics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2896553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Офлайн-менеджер финансов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1000" y="3582353"/>
            <a:ext cx="6496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Десктопное приложение для управления личными финансами с полной автономностью и конфиденциальностью данных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84810" y="4510088"/>
            <a:ext cx="1245870" cy="769620"/>
          </a:xfrm>
          <a:custGeom>
            <a:avLst/>
            <a:gdLst/>
            <a:ahLst/>
            <a:cxnLst/>
            <a:rect l="l" t="t" r="r" b="b"/>
            <a:pathLst>
              <a:path w="1245870" h="769620">
                <a:moveTo>
                  <a:pt x="76200" y="0"/>
                </a:moveTo>
                <a:lnTo>
                  <a:pt x="1169670" y="0"/>
                </a:lnTo>
                <a:cubicBezTo>
                  <a:pt x="1211754" y="0"/>
                  <a:pt x="1245870" y="34116"/>
                  <a:pt x="1245870" y="76200"/>
                </a:cubicBezTo>
                <a:lnTo>
                  <a:pt x="1245870" y="693420"/>
                </a:lnTo>
                <a:cubicBezTo>
                  <a:pt x="1245870" y="735504"/>
                  <a:pt x="1211754" y="769620"/>
                  <a:pt x="116967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9120" y="4628198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Платформа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9120" y="4894898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Kotlin/JVM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793796" y="4510088"/>
            <a:ext cx="1293495" cy="769620"/>
          </a:xfrm>
          <a:custGeom>
            <a:avLst/>
            <a:gdLst/>
            <a:ahLst/>
            <a:cxnLst/>
            <a:rect l="l" t="t" r="r" b="b"/>
            <a:pathLst>
              <a:path w="1293495" h="769620">
                <a:moveTo>
                  <a:pt x="76200" y="0"/>
                </a:moveTo>
                <a:lnTo>
                  <a:pt x="1217295" y="0"/>
                </a:lnTo>
                <a:cubicBezTo>
                  <a:pt x="1259379" y="0"/>
                  <a:pt x="1293495" y="34116"/>
                  <a:pt x="1293495" y="76200"/>
                </a:cubicBezTo>
                <a:lnTo>
                  <a:pt x="1293495" y="693420"/>
                </a:lnTo>
                <a:cubicBezTo>
                  <a:pt x="1293495" y="735504"/>
                  <a:pt x="1259379" y="769620"/>
                  <a:pt x="1217295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988106" y="4628198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Архитектура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988106" y="4894898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MVVM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51121" y="4510088"/>
            <a:ext cx="1303020" cy="769620"/>
          </a:xfrm>
          <a:custGeom>
            <a:avLst/>
            <a:gdLst/>
            <a:ahLst/>
            <a:cxnLst/>
            <a:rect l="l" t="t" r="r" b="b"/>
            <a:pathLst>
              <a:path w="1303020" h="769620">
                <a:moveTo>
                  <a:pt x="76200" y="0"/>
                </a:moveTo>
                <a:lnTo>
                  <a:pt x="1226820" y="0"/>
                </a:lnTo>
                <a:cubicBezTo>
                  <a:pt x="1268904" y="0"/>
                  <a:pt x="1303020" y="34116"/>
                  <a:pt x="1303020" y="76200"/>
                </a:cubicBezTo>
                <a:lnTo>
                  <a:pt x="1303020" y="693420"/>
                </a:lnTo>
                <a:cubicBezTo>
                  <a:pt x="1303020" y="735504"/>
                  <a:pt x="1268904" y="769620"/>
                  <a:pt x="122682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45431" y="4628198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База данных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445431" y="4894898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SQLite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81000" y="5715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Команда разработчиков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81000" y="6076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26" name="Text 23"/>
          <p:cNvSpPr/>
          <p:nvPr/>
        </p:nvSpPr>
        <p:spPr>
          <a:xfrm>
            <a:off x="350520" y="5966460"/>
            <a:ext cx="457200" cy="59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76300" y="6057900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Враженко Д.О.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76300" y="62865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4F4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Team Lead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2184440" y="6076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0" name="Text 27"/>
          <p:cNvSpPr/>
          <p:nvPr/>
        </p:nvSpPr>
        <p:spPr>
          <a:xfrm>
            <a:off x="2146340" y="5962650"/>
            <a:ext cx="457200" cy="59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E1E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Х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679740" y="6057900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Хохряков А.Ю.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2679740" y="628650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4F4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Аналитик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957519" y="6076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34" name="Text 31"/>
          <p:cNvSpPr/>
          <p:nvPr/>
        </p:nvSpPr>
        <p:spPr>
          <a:xfrm>
            <a:off x="3917990" y="6057900"/>
            <a:ext cx="457200" cy="40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E1E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452819" y="605790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Павлов Н.С.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452819" y="628650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4F4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UI/UX Designer</a:t>
            </a:r>
            <a:endParaRPr lang="en-US" sz="1600" dirty="0"/>
          </a:p>
        </p:txBody>
      </p:sp>
      <p:pic>
        <p:nvPicPr>
          <p:cNvPr id="37" name="Image 1" descr="https://kimi-img.moonshot.cn/pub/slides/26-04-14-14:57:00-d7euaf33jih29j0r1p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040" y="1653202"/>
            <a:ext cx="4325360" cy="3858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3857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Состав команды и роли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6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Распределение ответственности и обоснование выбора ролей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61110"/>
            <a:ext cx="3703320" cy="4322445"/>
          </a:xfrm>
          <a:custGeom>
            <a:avLst/>
            <a:gdLst/>
            <a:ahLst/>
            <a:cxnLst/>
            <a:rect l="l" t="t" r="r" b="b"/>
            <a:pathLst>
              <a:path w="3703320" h="432244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208161"/>
                </a:lnTo>
                <a:cubicBezTo>
                  <a:pt x="3703320" y="4271278"/>
                  <a:pt x="3652153" y="4322445"/>
                  <a:pt x="3589036" y="4322445"/>
                </a:cubicBezTo>
                <a:lnTo>
                  <a:pt x="114284" y="4322445"/>
                </a:lnTo>
                <a:cubicBezTo>
                  <a:pt x="51167" y="4322445"/>
                  <a:pt x="0" y="4271278"/>
                  <a:pt x="0" y="420816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4554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176FF"/>
              </a:gs>
              <a:gs pos="100000">
                <a:srgbClr val="2176FF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07708" y="161734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125016"/>
                </a:moveTo>
                <a:cubicBezTo>
                  <a:pt x="210629" y="125016"/>
                  <a:pt x="236637" y="99007"/>
                  <a:pt x="236637" y="66973"/>
                </a:cubicBezTo>
                <a:cubicBezTo>
                  <a:pt x="236637" y="34938"/>
                  <a:pt x="210629" y="8930"/>
                  <a:pt x="178594" y="8930"/>
                </a:cubicBezTo>
                <a:cubicBezTo>
                  <a:pt x="146559" y="8930"/>
                  <a:pt x="120551" y="34938"/>
                  <a:pt x="120551" y="66973"/>
                </a:cubicBezTo>
                <a:cubicBezTo>
                  <a:pt x="120551" y="99007"/>
                  <a:pt x="146559" y="125016"/>
                  <a:pt x="178594" y="125016"/>
                </a:cubicBezTo>
                <a:close/>
                <a:moveTo>
                  <a:pt x="53578" y="129480"/>
                </a:moveTo>
                <a:cubicBezTo>
                  <a:pt x="75756" y="129480"/>
                  <a:pt x="93762" y="111475"/>
                  <a:pt x="93762" y="89297"/>
                </a:cubicBezTo>
                <a:cubicBezTo>
                  <a:pt x="93762" y="67119"/>
                  <a:pt x="75756" y="49113"/>
                  <a:pt x="53578" y="49113"/>
                </a:cubicBezTo>
                <a:cubicBezTo>
                  <a:pt x="31400" y="49113"/>
                  <a:pt x="13395" y="67119"/>
                  <a:pt x="13395" y="89297"/>
                </a:cubicBezTo>
                <a:cubicBezTo>
                  <a:pt x="13395" y="111475"/>
                  <a:pt x="31400" y="129480"/>
                  <a:pt x="53578" y="129480"/>
                </a:cubicBezTo>
                <a:close/>
                <a:moveTo>
                  <a:pt x="0" y="232172"/>
                </a:moveTo>
                <a:lnTo>
                  <a:pt x="0" y="250031"/>
                </a:lnTo>
                <a:cubicBezTo>
                  <a:pt x="0" y="259910"/>
                  <a:pt x="7981" y="267891"/>
                  <a:pt x="17859" y="267891"/>
                </a:cubicBezTo>
                <a:lnTo>
                  <a:pt x="66247" y="267891"/>
                </a:lnTo>
                <a:cubicBezTo>
                  <a:pt x="63847" y="262421"/>
                  <a:pt x="62508" y="256394"/>
                  <a:pt x="62508" y="250031"/>
                </a:cubicBezTo>
                <a:lnTo>
                  <a:pt x="62508" y="241102"/>
                </a:lnTo>
                <a:cubicBezTo>
                  <a:pt x="62508" y="211410"/>
                  <a:pt x="73670" y="184286"/>
                  <a:pt x="92032" y="163748"/>
                </a:cubicBezTo>
                <a:cubicBezTo>
                  <a:pt x="85502" y="161795"/>
                  <a:pt x="78581" y="160734"/>
                  <a:pt x="71438" y="160734"/>
                </a:cubicBezTo>
                <a:cubicBezTo>
                  <a:pt x="31979" y="160734"/>
                  <a:pt x="0" y="192714"/>
                  <a:pt x="0" y="232172"/>
                </a:cubicBezTo>
                <a:close/>
                <a:moveTo>
                  <a:pt x="343793" y="89297"/>
                </a:moveTo>
                <a:cubicBezTo>
                  <a:pt x="343793" y="67119"/>
                  <a:pt x="325787" y="49113"/>
                  <a:pt x="303609" y="49113"/>
                </a:cubicBezTo>
                <a:cubicBezTo>
                  <a:pt x="281431" y="49113"/>
                  <a:pt x="263426" y="67119"/>
                  <a:pt x="263426" y="89297"/>
                </a:cubicBezTo>
                <a:cubicBezTo>
                  <a:pt x="263426" y="111475"/>
                  <a:pt x="281431" y="129480"/>
                  <a:pt x="303609" y="129480"/>
                </a:cubicBezTo>
                <a:cubicBezTo>
                  <a:pt x="325787" y="129480"/>
                  <a:pt x="343793" y="111475"/>
                  <a:pt x="343793" y="89297"/>
                </a:cubicBezTo>
                <a:close/>
                <a:moveTo>
                  <a:pt x="89297" y="241102"/>
                </a:moveTo>
                <a:lnTo>
                  <a:pt x="89297" y="250031"/>
                </a:lnTo>
                <a:cubicBezTo>
                  <a:pt x="89297" y="259910"/>
                  <a:pt x="97278" y="267891"/>
                  <a:pt x="107156" y="267891"/>
                </a:cubicBezTo>
                <a:lnTo>
                  <a:pt x="194667" y="267891"/>
                </a:lnTo>
                <a:cubicBezTo>
                  <a:pt x="190705" y="255836"/>
                  <a:pt x="191151" y="243111"/>
                  <a:pt x="200639" y="232172"/>
                </a:cubicBezTo>
                <a:cubicBezTo>
                  <a:pt x="192825" y="223131"/>
                  <a:pt x="189198" y="210015"/>
                  <a:pt x="194277" y="196844"/>
                </a:cubicBezTo>
                <a:cubicBezTo>
                  <a:pt x="197960" y="187300"/>
                  <a:pt x="203150" y="178371"/>
                  <a:pt x="209569" y="170445"/>
                </a:cubicBezTo>
                <a:cubicBezTo>
                  <a:pt x="212582" y="166762"/>
                  <a:pt x="216043" y="163916"/>
                  <a:pt x="219782" y="161851"/>
                </a:cubicBezTo>
                <a:cubicBezTo>
                  <a:pt x="207448" y="155432"/>
                  <a:pt x="193439" y="151805"/>
                  <a:pt x="178594" y="151805"/>
                </a:cubicBezTo>
                <a:cubicBezTo>
                  <a:pt x="129257" y="151805"/>
                  <a:pt x="89297" y="191765"/>
                  <a:pt x="89297" y="241102"/>
                </a:cubicBezTo>
                <a:close/>
                <a:moveTo>
                  <a:pt x="348593" y="216489"/>
                </a:moveTo>
                <a:cubicBezTo>
                  <a:pt x="352109" y="214480"/>
                  <a:pt x="353895" y="210294"/>
                  <a:pt x="352388" y="206443"/>
                </a:cubicBezTo>
                <a:cubicBezTo>
                  <a:pt x="349709" y="199523"/>
                  <a:pt x="345970" y="192993"/>
                  <a:pt x="341281" y="187244"/>
                </a:cubicBezTo>
                <a:cubicBezTo>
                  <a:pt x="338714" y="184063"/>
                  <a:pt x="334194" y="183505"/>
                  <a:pt x="330677" y="185570"/>
                </a:cubicBezTo>
                <a:cubicBezTo>
                  <a:pt x="318511" y="192602"/>
                  <a:pt x="303554" y="184007"/>
                  <a:pt x="303554" y="169887"/>
                </a:cubicBezTo>
                <a:cubicBezTo>
                  <a:pt x="303554" y="165813"/>
                  <a:pt x="300819" y="162185"/>
                  <a:pt x="296800" y="161572"/>
                </a:cubicBezTo>
                <a:cubicBezTo>
                  <a:pt x="289601" y="160455"/>
                  <a:pt x="281843" y="160455"/>
                  <a:pt x="274644" y="161572"/>
                </a:cubicBezTo>
                <a:cubicBezTo>
                  <a:pt x="270625" y="162185"/>
                  <a:pt x="267891" y="165813"/>
                  <a:pt x="267891" y="169887"/>
                </a:cubicBezTo>
                <a:cubicBezTo>
                  <a:pt x="267891" y="183952"/>
                  <a:pt x="252933" y="192602"/>
                  <a:pt x="240767" y="185570"/>
                </a:cubicBezTo>
                <a:cubicBezTo>
                  <a:pt x="237251" y="183561"/>
                  <a:pt x="232730" y="184119"/>
                  <a:pt x="230163" y="187244"/>
                </a:cubicBezTo>
                <a:cubicBezTo>
                  <a:pt x="225475" y="192993"/>
                  <a:pt x="221735" y="199523"/>
                  <a:pt x="219056" y="206443"/>
                </a:cubicBezTo>
                <a:cubicBezTo>
                  <a:pt x="217605" y="210238"/>
                  <a:pt x="219335" y="214424"/>
                  <a:pt x="222852" y="216433"/>
                </a:cubicBezTo>
                <a:cubicBezTo>
                  <a:pt x="235074" y="223465"/>
                  <a:pt x="235074" y="240711"/>
                  <a:pt x="222852" y="247799"/>
                </a:cubicBezTo>
                <a:cubicBezTo>
                  <a:pt x="219335" y="249808"/>
                  <a:pt x="217550" y="253994"/>
                  <a:pt x="219056" y="257789"/>
                </a:cubicBezTo>
                <a:cubicBezTo>
                  <a:pt x="221735" y="264709"/>
                  <a:pt x="225475" y="271239"/>
                  <a:pt x="230163" y="276988"/>
                </a:cubicBezTo>
                <a:cubicBezTo>
                  <a:pt x="232730" y="280169"/>
                  <a:pt x="237251" y="280727"/>
                  <a:pt x="240767" y="278662"/>
                </a:cubicBezTo>
                <a:cubicBezTo>
                  <a:pt x="252933" y="271630"/>
                  <a:pt x="267891" y="280281"/>
                  <a:pt x="267891" y="294345"/>
                </a:cubicBezTo>
                <a:cubicBezTo>
                  <a:pt x="267891" y="298419"/>
                  <a:pt x="270625" y="302047"/>
                  <a:pt x="274644" y="302661"/>
                </a:cubicBezTo>
                <a:cubicBezTo>
                  <a:pt x="281843" y="303777"/>
                  <a:pt x="289601" y="303777"/>
                  <a:pt x="296800" y="302661"/>
                </a:cubicBezTo>
                <a:cubicBezTo>
                  <a:pt x="300819" y="302047"/>
                  <a:pt x="303554" y="298419"/>
                  <a:pt x="303554" y="294345"/>
                </a:cubicBezTo>
                <a:cubicBezTo>
                  <a:pt x="303554" y="280281"/>
                  <a:pt x="318511" y="271630"/>
                  <a:pt x="330677" y="278662"/>
                </a:cubicBezTo>
                <a:cubicBezTo>
                  <a:pt x="334194" y="280671"/>
                  <a:pt x="338714" y="280113"/>
                  <a:pt x="341281" y="276988"/>
                </a:cubicBezTo>
                <a:cubicBezTo>
                  <a:pt x="345970" y="271239"/>
                  <a:pt x="349709" y="264709"/>
                  <a:pt x="352388" y="257789"/>
                </a:cubicBezTo>
                <a:cubicBezTo>
                  <a:pt x="353839" y="253994"/>
                  <a:pt x="352109" y="249808"/>
                  <a:pt x="348593" y="247799"/>
                </a:cubicBezTo>
                <a:cubicBezTo>
                  <a:pt x="336370" y="240767"/>
                  <a:pt x="336370" y="223521"/>
                  <a:pt x="348593" y="216433"/>
                </a:cubicBezTo>
                <a:close/>
                <a:moveTo>
                  <a:pt x="263426" y="232172"/>
                </a:moveTo>
                <a:cubicBezTo>
                  <a:pt x="263426" y="219851"/>
                  <a:pt x="273429" y="209848"/>
                  <a:pt x="285750" y="209848"/>
                </a:cubicBezTo>
                <a:cubicBezTo>
                  <a:pt x="298071" y="209848"/>
                  <a:pt x="308074" y="219851"/>
                  <a:pt x="308074" y="232172"/>
                </a:cubicBezTo>
                <a:cubicBezTo>
                  <a:pt x="308074" y="244493"/>
                  <a:pt x="298071" y="254496"/>
                  <a:pt x="285750" y="254496"/>
                </a:cubicBezTo>
                <a:cubicBezTo>
                  <a:pt x="273429" y="254496"/>
                  <a:pt x="263426" y="244493"/>
                  <a:pt x="263426" y="2321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41120" y="1493520"/>
            <a:ext cx="1733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Враженко Д.О.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1120" y="1798201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Team Lead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8170" y="22555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2153920"/>
            <a:ext cx="3086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Постановка задач и управление командой и проектом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8170" y="27889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883920" y="2737485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Разработка общей архитектуры MVVM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8170" y="30937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882015" y="3037522"/>
            <a:ext cx="3028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Реализация ключевых модулей системы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8170" y="33985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334518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Составление проектной документации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9120" y="4526280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579120" y="4644390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Обоснование:</a:t>
            </a:r>
            <a:r>
              <a:rPr lang="en-US" sz="120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Опыт управления проектами и глубокое понимание архитектурных паттернов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5531" y="1261110"/>
            <a:ext cx="3703320" cy="4322445"/>
          </a:xfrm>
          <a:custGeom>
            <a:avLst/>
            <a:gdLst/>
            <a:ahLst/>
            <a:cxnLst/>
            <a:rect l="l" t="t" r="r" b="b"/>
            <a:pathLst>
              <a:path w="3703320" h="432244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208161"/>
                </a:lnTo>
                <a:cubicBezTo>
                  <a:pt x="3703320" y="4271278"/>
                  <a:pt x="3652153" y="4322445"/>
                  <a:pt x="3589036" y="4322445"/>
                </a:cubicBezTo>
                <a:lnTo>
                  <a:pt x="114284" y="4322445"/>
                </a:lnTo>
                <a:cubicBezTo>
                  <a:pt x="51167" y="4322445"/>
                  <a:pt x="0" y="4271278"/>
                  <a:pt x="0" y="420816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9841" y="14554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/>
              </a:gs>
              <a:gs pos="100000">
                <a:srgbClr val="4ADE80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4622006" y="161734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5201841" y="1493520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Хохряков А.Ю.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01841" y="1798201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Аналитик / Backend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58891" y="22555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4744641" y="2194560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Сбор и анализ требований к системе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58891" y="25603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8" name="Text 26"/>
          <p:cNvSpPr/>
          <p:nvPr/>
        </p:nvSpPr>
        <p:spPr>
          <a:xfrm>
            <a:off x="4742261" y="2508885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Проектирование модели данных и БД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58891" y="28651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0" name="Text 28"/>
          <p:cNvSpPr/>
          <p:nvPr/>
        </p:nvSpPr>
        <p:spPr>
          <a:xfrm>
            <a:off x="4744641" y="2808922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Реализация слоя работы с данными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58891" y="31699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2" name="Text 30"/>
          <p:cNvSpPr/>
          <p:nvPr/>
        </p:nvSpPr>
        <p:spPr>
          <a:xfrm>
            <a:off x="4744641" y="3122295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Разработка бизнес-логики приложения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39841" y="4773930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4439841" y="4892040"/>
            <a:ext cx="3390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Обоснование:</a:t>
            </a:r>
            <a:r>
              <a:rPr lang="en-US" sz="120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Сильные навыки в анализе данных и проектировании баз данных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06371" y="1261110"/>
            <a:ext cx="3703320" cy="4322445"/>
          </a:xfrm>
          <a:custGeom>
            <a:avLst/>
            <a:gdLst/>
            <a:ahLst/>
            <a:cxnLst/>
            <a:rect l="l" t="t" r="r" b="b"/>
            <a:pathLst>
              <a:path w="3703320" h="432244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208161"/>
                </a:lnTo>
                <a:cubicBezTo>
                  <a:pt x="3703320" y="4271278"/>
                  <a:pt x="3652153" y="4322445"/>
                  <a:pt x="3589036" y="4322445"/>
                </a:cubicBezTo>
                <a:lnTo>
                  <a:pt x="114284" y="4322445"/>
                </a:lnTo>
                <a:cubicBezTo>
                  <a:pt x="51167" y="4322445"/>
                  <a:pt x="0" y="4271278"/>
                  <a:pt x="0" y="420816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00681" y="14554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CB324"/>
              </a:gs>
              <a:gs pos="100000">
                <a:srgbClr val="ECB324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8447127" y="161734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8170" y="5748"/>
                </a:moveTo>
                <a:lnTo>
                  <a:pt x="144605" y="88181"/>
                </a:lnTo>
                <a:cubicBezTo>
                  <a:pt x="128364" y="99008"/>
                  <a:pt x="118039" y="116588"/>
                  <a:pt x="116365" y="135787"/>
                </a:cubicBezTo>
                <a:cubicBezTo>
                  <a:pt x="151135" y="142931"/>
                  <a:pt x="178538" y="170334"/>
                  <a:pt x="185738" y="205160"/>
                </a:cubicBezTo>
                <a:cubicBezTo>
                  <a:pt x="204992" y="203485"/>
                  <a:pt x="222517" y="193160"/>
                  <a:pt x="233344" y="176919"/>
                </a:cubicBezTo>
                <a:lnTo>
                  <a:pt x="315720" y="53299"/>
                </a:lnTo>
                <a:cubicBezTo>
                  <a:pt x="319460" y="47662"/>
                  <a:pt x="321469" y="41077"/>
                  <a:pt x="321469" y="34268"/>
                </a:cubicBezTo>
                <a:cubicBezTo>
                  <a:pt x="321469" y="15348"/>
                  <a:pt x="306121" y="0"/>
                  <a:pt x="287201" y="0"/>
                </a:cubicBezTo>
                <a:cubicBezTo>
                  <a:pt x="280448" y="0"/>
                  <a:pt x="273807" y="2009"/>
                  <a:pt x="268170" y="5748"/>
                </a:cubicBezTo>
                <a:close/>
                <a:moveTo>
                  <a:pt x="160734" y="223242"/>
                </a:moveTo>
                <a:cubicBezTo>
                  <a:pt x="160734" y="188695"/>
                  <a:pt x="132773" y="160734"/>
                  <a:pt x="98227" y="160734"/>
                </a:cubicBezTo>
                <a:cubicBezTo>
                  <a:pt x="63680" y="160734"/>
                  <a:pt x="35719" y="188695"/>
                  <a:pt x="35719" y="223242"/>
                </a:cubicBezTo>
                <a:cubicBezTo>
                  <a:pt x="35719" y="225419"/>
                  <a:pt x="35830" y="227595"/>
                  <a:pt x="36054" y="229716"/>
                </a:cubicBezTo>
                <a:cubicBezTo>
                  <a:pt x="37058" y="239483"/>
                  <a:pt x="30361" y="250031"/>
                  <a:pt x="20538" y="250031"/>
                </a:cubicBezTo>
                <a:lnTo>
                  <a:pt x="17859" y="250031"/>
                </a:lnTo>
                <a:cubicBezTo>
                  <a:pt x="7981" y="250031"/>
                  <a:pt x="0" y="258012"/>
                  <a:pt x="0" y="267891"/>
                </a:cubicBezTo>
                <a:cubicBezTo>
                  <a:pt x="0" y="277769"/>
                  <a:pt x="7981" y="285750"/>
                  <a:pt x="17859" y="285750"/>
                </a:cubicBezTo>
                <a:lnTo>
                  <a:pt x="98227" y="285750"/>
                </a:lnTo>
                <a:cubicBezTo>
                  <a:pt x="132773" y="285750"/>
                  <a:pt x="160734" y="257789"/>
                  <a:pt x="160734" y="223242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38" name="Text 36"/>
          <p:cNvSpPr/>
          <p:nvPr/>
        </p:nvSpPr>
        <p:spPr>
          <a:xfrm>
            <a:off x="9062681" y="1493520"/>
            <a:ext cx="1400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Павлов Н.С.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62681" y="1798201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UI/UX Designer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19731" y="22555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1" name="Text 39"/>
          <p:cNvSpPr/>
          <p:nvPr/>
        </p:nvSpPr>
        <p:spPr>
          <a:xfrm>
            <a:off x="8605481" y="220218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Проектирование пользовательского интерфейса/опыта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19731" y="27889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3" name="Text 41"/>
          <p:cNvSpPr/>
          <p:nvPr/>
        </p:nvSpPr>
        <p:spPr>
          <a:xfrm>
            <a:off x="8605481" y="273177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Создание макетов в Figma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19731" y="30937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5" name="Text 43"/>
          <p:cNvSpPr/>
          <p:nvPr/>
        </p:nvSpPr>
        <p:spPr>
          <a:xfrm>
            <a:off x="8605481" y="3037522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Разработка UI на Compose for Desktop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19731" y="33985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7" name="Text 45"/>
          <p:cNvSpPr/>
          <p:nvPr/>
        </p:nvSpPr>
        <p:spPr>
          <a:xfrm>
            <a:off x="8605481" y="3339464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Визуализация данных (диаграммы)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00681" y="4773930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8300681" y="4892040"/>
            <a:ext cx="3390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Обоснование:</a:t>
            </a:r>
            <a:r>
              <a:rPr lang="en-US" sz="120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Опыт в дизайне интерфейсов и визуализации данных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4810" y="5741670"/>
            <a:ext cx="11418570" cy="731520"/>
          </a:xfrm>
          <a:custGeom>
            <a:avLst/>
            <a:gdLst/>
            <a:ahLst/>
            <a:cxnLst/>
            <a:rect l="l" t="t" r="r" b="b"/>
            <a:pathLst>
              <a:path w="11418570" h="731520">
                <a:moveTo>
                  <a:pt x="76202" y="0"/>
                </a:moveTo>
                <a:lnTo>
                  <a:pt x="11342368" y="0"/>
                </a:lnTo>
                <a:cubicBezTo>
                  <a:pt x="11384453" y="0"/>
                  <a:pt x="11418570" y="34117"/>
                  <a:pt x="11418570" y="76202"/>
                </a:cubicBezTo>
                <a:lnTo>
                  <a:pt x="11418570" y="655318"/>
                </a:lnTo>
                <a:cubicBezTo>
                  <a:pt x="11418570" y="697403"/>
                  <a:pt x="11384453" y="731520"/>
                  <a:pt x="1134236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176FF">
              <a:alpha val="10196"/>
            </a:srgbClr>
          </a:solidFill>
          <a:ln w="10160">
            <a:solidFill>
              <a:srgbClr val="2176FF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1495" y="599313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52" name="Text 50"/>
          <p:cNvSpPr/>
          <p:nvPr/>
        </p:nvSpPr>
        <p:spPr>
          <a:xfrm>
            <a:off x="882015" y="5859781"/>
            <a:ext cx="108870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Принцип распределения:</a:t>
            </a: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Роли распределены на основе сильных сторон каждого участника, что обеспечило эффективное выполнение всех задач проекта в рамках методологии Kanban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091" y="384000"/>
            <a:ext cx="34909" cy="279273"/>
          </a:xfrm>
          <a:custGeom>
            <a:avLst/>
            <a:gdLst/>
            <a:ahLst/>
            <a:cxnLst/>
            <a:rect l="l" t="t" r="r" b="b"/>
            <a:pathLst>
              <a:path w="34909" h="279273">
                <a:moveTo>
                  <a:pt x="17455" y="0"/>
                </a:moveTo>
                <a:lnTo>
                  <a:pt x="17455" y="0"/>
                </a:lnTo>
                <a:cubicBezTo>
                  <a:pt x="27088" y="0"/>
                  <a:pt x="34909" y="7821"/>
                  <a:pt x="34909" y="17455"/>
                </a:cubicBezTo>
                <a:lnTo>
                  <a:pt x="34909" y="261818"/>
                </a:lnTo>
                <a:cubicBezTo>
                  <a:pt x="34909" y="271458"/>
                  <a:pt x="27094" y="279273"/>
                  <a:pt x="17455" y="279273"/>
                </a:cubicBezTo>
                <a:lnTo>
                  <a:pt x="17455" y="279273"/>
                </a:lnTo>
                <a:cubicBezTo>
                  <a:pt x="7815" y="279273"/>
                  <a:pt x="0" y="271458"/>
                  <a:pt x="0" y="261818"/>
                </a:cubicBezTo>
                <a:lnTo>
                  <a:pt x="0" y="17455"/>
                </a:lnTo>
                <a:cubicBezTo>
                  <a:pt x="0" y="7821"/>
                  <a:pt x="7821" y="0"/>
                  <a:pt x="17455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3" name="Text 1"/>
          <p:cNvSpPr/>
          <p:nvPr/>
        </p:nvSpPr>
        <p:spPr>
          <a:xfrm>
            <a:off x="488727" y="349091"/>
            <a:ext cx="2792727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4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Описание проекта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8727" y="768000"/>
            <a:ext cx="11432727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Назначение, целевая аудитория и проблематика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2582" y="1155491"/>
            <a:ext cx="5670982" cy="2363345"/>
          </a:xfrm>
          <a:custGeom>
            <a:avLst/>
            <a:gdLst/>
            <a:ahLst/>
            <a:cxnLst/>
            <a:rect l="l" t="t" r="r" b="b"/>
            <a:pathLst>
              <a:path w="5670982" h="2363345">
                <a:moveTo>
                  <a:pt x="104720" y="0"/>
                </a:moveTo>
                <a:lnTo>
                  <a:pt x="5566262" y="0"/>
                </a:lnTo>
                <a:cubicBezTo>
                  <a:pt x="5624097" y="0"/>
                  <a:pt x="5670982" y="46885"/>
                  <a:pt x="5670982" y="104720"/>
                </a:cubicBezTo>
                <a:lnTo>
                  <a:pt x="5670982" y="2258626"/>
                </a:lnTo>
                <a:cubicBezTo>
                  <a:pt x="5670982" y="2316461"/>
                  <a:pt x="5624097" y="2363345"/>
                  <a:pt x="5566262" y="2363345"/>
                </a:cubicBezTo>
                <a:lnTo>
                  <a:pt x="104720" y="2363345"/>
                </a:lnTo>
                <a:cubicBezTo>
                  <a:pt x="46885" y="2363345"/>
                  <a:pt x="0" y="2316461"/>
                  <a:pt x="0" y="2258626"/>
                </a:cubicBezTo>
                <a:lnTo>
                  <a:pt x="0" y="104720"/>
                </a:lnTo>
                <a:cubicBezTo>
                  <a:pt x="0" y="46923"/>
                  <a:pt x="46923" y="0"/>
                  <a:pt x="104720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709" y="1298619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69820" y="0"/>
                </a:moveTo>
                <a:lnTo>
                  <a:pt x="349090" y="0"/>
                </a:lnTo>
                <a:cubicBezTo>
                  <a:pt x="387624" y="0"/>
                  <a:pt x="418909" y="31285"/>
                  <a:pt x="418909" y="69820"/>
                </a:cubicBezTo>
                <a:lnTo>
                  <a:pt x="418909" y="349090"/>
                </a:lnTo>
                <a:cubicBezTo>
                  <a:pt x="418909" y="387624"/>
                  <a:pt x="387624" y="418909"/>
                  <a:pt x="349090" y="418909"/>
                </a:cubicBezTo>
                <a:lnTo>
                  <a:pt x="69820" y="418909"/>
                </a:lnTo>
                <a:cubicBezTo>
                  <a:pt x="31285" y="418909"/>
                  <a:pt x="0" y="387624"/>
                  <a:pt x="0" y="349090"/>
                </a:cubicBezTo>
                <a:lnTo>
                  <a:pt x="0" y="69820"/>
                </a:lnTo>
                <a:cubicBezTo>
                  <a:pt x="0" y="31259"/>
                  <a:pt x="31259" y="0"/>
                  <a:pt x="69820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0436" y="1403346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104727" y="209455"/>
                </a:moveTo>
                <a:cubicBezTo>
                  <a:pt x="162528" y="209455"/>
                  <a:pt x="209455" y="162528"/>
                  <a:pt x="209455" y="104727"/>
                </a:cubicBezTo>
                <a:cubicBezTo>
                  <a:pt x="209455" y="46927"/>
                  <a:pt x="162528" y="0"/>
                  <a:pt x="104727" y="0"/>
                </a:cubicBezTo>
                <a:cubicBezTo>
                  <a:pt x="46927" y="0"/>
                  <a:pt x="0" y="46927"/>
                  <a:pt x="0" y="104727"/>
                </a:cubicBezTo>
                <a:cubicBezTo>
                  <a:pt x="0" y="162528"/>
                  <a:pt x="46927" y="209455"/>
                  <a:pt x="104727" y="209455"/>
                </a:cubicBezTo>
                <a:close/>
                <a:moveTo>
                  <a:pt x="91636" y="65455"/>
                </a:moveTo>
                <a:cubicBezTo>
                  <a:pt x="91636" y="58229"/>
                  <a:pt x="97502" y="52364"/>
                  <a:pt x="104727" y="52364"/>
                </a:cubicBezTo>
                <a:cubicBezTo>
                  <a:pt x="111952" y="52364"/>
                  <a:pt x="117818" y="58229"/>
                  <a:pt x="117818" y="65455"/>
                </a:cubicBezTo>
                <a:cubicBezTo>
                  <a:pt x="117818" y="72680"/>
                  <a:pt x="111952" y="78545"/>
                  <a:pt x="104727" y="78545"/>
                </a:cubicBezTo>
                <a:cubicBezTo>
                  <a:pt x="97502" y="78545"/>
                  <a:pt x="91636" y="72680"/>
                  <a:pt x="91636" y="65455"/>
                </a:cubicBezTo>
                <a:close/>
                <a:moveTo>
                  <a:pt x="88364" y="91636"/>
                </a:moveTo>
                <a:lnTo>
                  <a:pt x="108000" y="91636"/>
                </a:lnTo>
                <a:cubicBezTo>
                  <a:pt x="113441" y="91636"/>
                  <a:pt x="117818" y="96014"/>
                  <a:pt x="117818" y="101455"/>
                </a:cubicBezTo>
                <a:lnTo>
                  <a:pt x="117818" y="137455"/>
                </a:lnTo>
                <a:lnTo>
                  <a:pt x="121091" y="137455"/>
                </a:lnTo>
                <a:cubicBezTo>
                  <a:pt x="126532" y="137455"/>
                  <a:pt x="130909" y="141832"/>
                  <a:pt x="130909" y="147273"/>
                </a:cubicBezTo>
                <a:cubicBezTo>
                  <a:pt x="130909" y="152714"/>
                  <a:pt x="126532" y="157091"/>
                  <a:pt x="121091" y="157091"/>
                </a:cubicBezTo>
                <a:lnTo>
                  <a:pt x="88364" y="157091"/>
                </a:lnTo>
                <a:cubicBezTo>
                  <a:pt x="82923" y="157091"/>
                  <a:pt x="78545" y="152714"/>
                  <a:pt x="78545" y="147273"/>
                </a:cubicBezTo>
                <a:cubicBezTo>
                  <a:pt x="78545" y="141832"/>
                  <a:pt x="82923" y="137455"/>
                  <a:pt x="88364" y="137455"/>
                </a:cubicBezTo>
                <a:lnTo>
                  <a:pt x="98182" y="137455"/>
                </a:lnTo>
                <a:lnTo>
                  <a:pt x="98182" y="111273"/>
                </a:lnTo>
                <a:lnTo>
                  <a:pt x="88364" y="111273"/>
                </a:lnTo>
                <a:cubicBezTo>
                  <a:pt x="82923" y="111273"/>
                  <a:pt x="78545" y="106895"/>
                  <a:pt x="78545" y="101455"/>
                </a:cubicBezTo>
                <a:cubicBezTo>
                  <a:pt x="78545" y="96014"/>
                  <a:pt x="82923" y="91636"/>
                  <a:pt x="88364" y="91636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8" name="Text 6"/>
          <p:cNvSpPr/>
          <p:nvPr/>
        </p:nvSpPr>
        <p:spPr>
          <a:xfrm>
            <a:off x="1019345" y="1368437"/>
            <a:ext cx="2024727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Что такое Finlytics?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5709" y="1822255"/>
            <a:ext cx="5454545" cy="453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40000"/>
              </a:lnSpc>
            </a:pPr>
            <a:r>
              <a:rPr lang="en-US" sz="1100" b="1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Finlytics</a:t>
            </a:r>
            <a:r>
              <a:rPr lang="en-US" sz="11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это десктопное приложение для управления личными финансами, разработанное на языке Kotlin с использованием современных технологий.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1891" y="2415710"/>
            <a:ext cx="122182" cy="139636"/>
          </a:xfrm>
          <a:custGeom>
            <a:avLst/>
            <a:gdLst/>
            <a:ahLst/>
            <a:cxnLst/>
            <a:rect l="l" t="t" r="r" b="b"/>
            <a:pathLst>
              <a:path w="122182" h="139636">
                <a:moveTo>
                  <a:pt x="118582" y="19118"/>
                </a:moveTo>
                <a:cubicBezTo>
                  <a:pt x="122482" y="21955"/>
                  <a:pt x="123355" y="27409"/>
                  <a:pt x="120518" y="31309"/>
                </a:cubicBezTo>
                <a:lnTo>
                  <a:pt x="50700" y="127309"/>
                </a:lnTo>
                <a:cubicBezTo>
                  <a:pt x="49200" y="129382"/>
                  <a:pt x="46882" y="130664"/>
                  <a:pt x="44318" y="130882"/>
                </a:cubicBezTo>
                <a:cubicBezTo>
                  <a:pt x="41755" y="131100"/>
                  <a:pt x="39273" y="130145"/>
                  <a:pt x="37473" y="128345"/>
                </a:cubicBezTo>
                <a:lnTo>
                  <a:pt x="2564" y="93436"/>
                </a:lnTo>
                <a:cubicBezTo>
                  <a:pt x="-845" y="90027"/>
                  <a:pt x="-845" y="84491"/>
                  <a:pt x="2564" y="81082"/>
                </a:cubicBezTo>
                <a:cubicBezTo>
                  <a:pt x="5973" y="77673"/>
                  <a:pt x="11509" y="77673"/>
                  <a:pt x="14918" y="81082"/>
                </a:cubicBezTo>
                <a:lnTo>
                  <a:pt x="42600" y="108764"/>
                </a:lnTo>
                <a:lnTo>
                  <a:pt x="106418" y="21027"/>
                </a:lnTo>
                <a:cubicBezTo>
                  <a:pt x="109255" y="17127"/>
                  <a:pt x="114709" y="16255"/>
                  <a:pt x="118609" y="1909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740073" y="2380800"/>
            <a:ext cx="295854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Учет доходов и расходов с категоризацией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891" y="2677528"/>
            <a:ext cx="122182" cy="139636"/>
          </a:xfrm>
          <a:custGeom>
            <a:avLst/>
            <a:gdLst/>
            <a:ahLst/>
            <a:cxnLst/>
            <a:rect l="l" t="t" r="r" b="b"/>
            <a:pathLst>
              <a:path w="122182" h="139636">
                <a:moveTo>
                  <a:pt x="118582" y="19118"/>
                </a:moveTo>
                <a:cubicBezTo>
                  <a:pt x="122482" y="21955"/>
                  <a:pt x="123355" y="27409"/>
                  <a:pt x="120518" y="31309"/>
                </a:cubicBezTo>
                <a:lnTo>
                  <a:pt x="50700" y="127309"/>
                </a:lnTo>
                <a:cubicBezTo>
                  <a:pt x="49200" y="129382"/>
                  <a:pt x="46882" y="130664"/>
                  <a:pt x="44318" y="130882"/>
                </a:cubicBezTo>
                <a:cubicBezTo>
                  <a:pt x="41755" y="131100"/>
                  <a:pt x="39273" y="130145"/>
                  <a:pt x="37473" y="128345"/>
                </a:cubicBezTo>
                <a:lnTo>
                  <a:pt x="2564" y="93436"/>
                </a:lnTo>
                <a:cubicBezTo>
                  <a:pt x="-845" y="90027"/>
                  <a:pt x="-845" y="84491"/>
                  <a:pt x="2564" y="81082"/>
                </a:cubicBezTo>
                <a:cubicBezTo>
                  <a:pt x="5973" y="77673"/>
                  <a:pt x="11509" y="77673"/>
                  <a:pt x="14918" y="81082"/>
                </a:cubicBezTo>
                <a:lnTo>
                  <a:pt x="42600" y="108764"/>
                </a:lnTo>
                <a:lnTo>
                  <a:pt x="106418" y="21027"/>
                </a:lnTo>
                <a:cubicBezTo>
                  <a:pt x="109255" y="17127"/>
                  <a:pt x="114709" y="16255"/>
                  <a:pt x="118609" y="1909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740073" y="2642619"/>
            <a:ext cx="2618182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Визуализация финансовой статистики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1891" y="2939346"/>
            <a:ext cx="122182" cy="139636"/>
          </a:xfrm>
          <a:custGeom>
            <a:avLst/>
            <a:gdLst/>
            <a:ahLst/>
            <a:cxnLst/>
            <a:rect l="l" t="t" r="r" b="b"/>
            <a:pathLst>
              <a:path w="122182" h="139636">
                <a:moveTo>
                  <a:pt x="118582" y="19118"/>
                </a:moveTo>
                <a:cubicBezTo>
                  <a:pt x="122482" y="21955"/>
                  <a:pt x="123355" y="27409"/>
                  <a:pt x="120518" y="31309"/>
                </a:cubicBezTo>
                <a:lnTo>
                  <a:pt x="50700" y="127309"/>
                </a:lnTo>
                <a:cubicBezTo>
                  <a:pt x="49200" y="129382"/>
                  <a:pt x="46882" y="130664"/>
                  <a:pt x="44318" y="130882"/>
                </a:cubicBezTo>
                <a:cubicBezTo>
                  <a:pt x="41755" y="131100"/>
                  <a:pt x="39273" y="130145"/>
                  <a:pt x="37473" y="128345"/>
                </a:cubicBezTo>
                <a:lnTo>
                  <a:pt x="2564" y="93436"/>
                </a:lnTo>
                <a:cubicBezTo>
                  <a:pt x="-845" y="90027"/>
                  <a:pt x="-845" y="84491"/>
                  <a:pt x="2564" y="81082"/>
                </a:cubicBezTo>
                <a:cubicBezTo>
                  <a:pt x="5973" y="77673"/>
                  <a:pt x="11509" y="77673"/>
                  <a:pt x="14918" y="81082"/>
                </a:cubicBezTo>
                <a:lnTo>
                  <a:pt x="42600" y="108764"/>
                </a:lnTo>
                <a:lnTo>
                  <a:pt x="106418" y="21027"/>
                </a:lnTo>
                <a:cubicBezTo>
                  <a:pt x="109255" y="17127"/>
                  <a:pt x="114709" y="16255"/>
                  <a:pt x="118609" y="1909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740073" y="2904437"/>
            <a:ext cx="3124364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Фильтрация данных по временным периодам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1891" y="3201164"/>
            <a:ext cx="122182" cy="139636"/>
          </a:xfrm>
          <a:custGeom>
            <a:avLst/>
            <a:gdLst/>
            <a:ahLst/>
            <a:cxnLst/>
            <a:rect l="l" t="t" r="r" b="b"/>
            <a:pathLst>
              <a:path w="122182" h="139636">
                <a:moveTo>
                  <a:pt x="118582" y="19118"/>
                </a:moveTo>
                <a:cubicBezTo>
                  <a:pt x="122482" y="21955"/>
                  <a:pt x="123355" y="27409"/>
                  <a:pt x="120518" y="31309"/>
                </a:cubicBezTo>
                <a:lnTo>
                  <a:pt x="50700" y="127309"/>
                </a:lnTo>
                <a:cubicBezTo>
                  <a:pt x="49200" y="129382"/>
                  <a:pt x="46882" y="130664"/>
                  <a:pt x="44318" y="130882"/>
                </a:cubicBezTo>
                <a:cubicBezTo>
                  <a:pt x="41755" y="131100"/>
                  <a:pt x="39273" y="130145"/>
                  <a:pt x="37473" y="128345"/>
                </a:cubicBezTo>
                <a:lnTo>
                  <a:pt x="2564" y="93436"/>
                </a:lnTo>
                <a:cubicBezTo>
                  <a:pt x="-845" y="90027"/>
                  <a:pt x="-845" y="84491"/>
                  <a:pt x="2564" y="81082"/>
                </a:cubicBezTo>
                <a:cubicBezTo>
                  <a:pt x="5973" y="77673"/>
                  <a:pt x="11509" y="77673"/>
                  <a:pt x="14918" y="81082"/>
                </a:cubicBezTo>
                <a:lnTo>
                  <a:pt x="42600" y="108764"/>
                </a:lnTo>
                <a:lnTo>
                  <a:pt x="106418" y="21027"/>
                </a:lnTo>
                <a:cubicBezTo>
                  <a:pt x="109255" y="17127"/>
                  <a:pt x="114709" y="16255"/>
                  <a:pt x="118609" y="1909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740073" y="3166255"/>
            <a:ext cx="260945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Полная офлайн-работа без интернета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2582" y="3665454"/>
            <a:ext cx="5670982" cy="2101527"/>
          </a:xfrm>
          <a:custGeom>
            <a:avLst/>
            <a:gdLst/>
            <a:ahLst/>
            <a:cxnLst/>
            <a:rect l="l" t="t" r="r" b="b"/>
            <a:pathLst>
              <a:path w="5670982" h="2101527">
                <a:moveTo>
                  <a:pt x="104719" y="0"/>
                </a:moveTo>
                <a:lnTo>
                  <a:pt x="5566263" y="0"/>
                </a:lnTo>
                <a:cubicBezTo>
                  <a:pt x="5624097" y="0"/>
                  <a:pt x="5670982" y="46884"/>
                  <a:pt x="5670982" y="104719"/>
                </a:cubicBezTo>
                <a:lnTo>
                  <a:pt x="5670982" y="1996808"/>
                </a:lnTo>
                <a:cubicBezTo>
                  <a:pt x="5670982" y="2054643"/>
                  <a:pt x="5624097" y="2101527"/>
                  <a:pt x="5566263" y="2101527"/>
                </a:cubicBezTo>
                <a:lnTo>
                  <a:pt x="104719" y="2101527"/>
                </a:lnTo>
                <a:cubicBezTo>
                  <a:pt x="46884" y="2101527"/>
                  <a:pt x="0" y="2054643"/>
                  <a:pt x="0" y="1996808"/>
                </a:cubicBezTo>
                <a:lnTo>
                  <a:pt x="0" y="104719"/>
                </a:lnTo>
                <a:cubicBezTo>
                  <a:pt x="0" y="46923"/>
                  <a:pt x="46923" y="0"/>
                  <a:pt x="104719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709" y="3808582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69820" y="0"/>
                </a:moveTo>
                <a:lnTo>
                  <a:pt x="349090" y="0"/>
                </a:lnTo>
                <a:cubicBezTo>
                  <a:pt x="387624" y="0"/>
                  <a:pt x="418909" y="31285"/>
                  <a:pt x="418909" y="69820"/>
                </a:cubicBezTo>
                <a:lnTo>
                  <a:pt x="418909" y="349090"/>
                </a:lnTo>
                <a:cubicBezTo>
                  <a:pt x="418909" y="387624"/>
                  <a:pt x="387624" y="418909"/>
                  <a:pt x="349090" y="418909"/>
                </a:cubicBezTo>
                <a:lnTo>
                  <a:pt x="69820" y="418909"/>
                </a:lnTo>
                <a:cubicBezTo>
                  <a:pt x="31285" y="418909"/>
                  <a:pt x="0" y="387624"/>
                  <a:pt x="0" y="349090"/>
                </a:cubicBezTo>
                <a:lnTo>
                  <a:pt x="0" y="69820"/>
                </a:lnTo>
                <a:cubicBezTo>
                  <a:pt x="0" y="31259"/>
                  <a:pt x="31259" y="0"/>
                  <a:pt x="6982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00436" y="3913309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104727" y="0"/>
                </a:moveTo>
                <a:cubicBezTo>
                  <a:pt x="110741" y="0"/>
                  <a:pt x="116264" y="3314"/>
                  <a:pt x="119127" y="8591"/>
                </a:cubicBezTo>
                <a:lnTo>
                  <a:pt x="207491" y="172227"/>
                </a:lnTo>
                <a:cubicBezTo>
                  <a:pt x="210232" y="177300"/>
                  <a:pt x="210109" y="183436"/>
                  <a:pt x="207164" y="188386"/>
                </a:cubicBezTo>
                <a:cubicBezTo>
                  <a:pt x="204218" y="193336"/>
                  <a:pt x="198859" y="196364"/>
                  <a:pt x="193091" y="196364"/>
                </a:cubicBezTo>
                <a:lnTo>
                  <a:pt x="16364" y="196364"/>
                </a:lnTo>
                <a:cubicBezTo>
                  <a:pt x="10595" y="196364"/>
                  <a:pt x="5277" y="193336"/>
                  <a:pt x="2291" y="188386"/>
                </a:cubicBezTo>
                <a:cubicBezTo>
                  <a:pt x="-695" y="183436"/>
                  <a:pt x="-777" y="177300"/>
                  <a:pt x="1964" y="172227"/>
                </a:cubicBezTo>
                <a:lnTo>
                  <a:pt x="90327" y="8591"/>
                </a:lnTo>
                <a:cubicBezTo>
                  <a:pt x="93191" y="3314"/>
                  <a:pt x="98714" y="0"/>
                  <a:pt x="104727" y="0"/>
                </a:cubicBezTo>
                <a:close/>
                <a:moveTo>
                  <a:pt x="104727" y="68727"/>
                </a:moveTo>
                <a:cubicBezTo>
                  <a:pt x="99286" y="68727"/>
                  <a:pt x="94909" y="73105"/>
                  <a:pt x="94909" y="78545"/>
                </a:cubicBezTo>
                <a:lnTo>
                  <a:pt x="94909" y="124364"/>
                </a:lnTo>
                <a:cubicBezTo>
                  <a:pt x="94909" y="129805"/>
                  <a:pt x="99286" y="134182"/>
                  <a:pt x="104727" y="134182"/>
                </a:cubicBezTo>
                <a:cubicBezTo>
                  <a:pt x="110168" y="134182"/>
                  <a:pt x="114545" y="129805"/>
                  <a:pt x="114545" y="124364"/>
                </a:cubicBezTo>
                <a:lnTo>
                  <a:pt x="114545" y="78545"/>
                </a:lnTo>
                <a:cubicBezTo>
                  <a:pt x="114545" y="73105"/>
                  <a:pt x="110168" y="68727"/>
                  <a:pt x="104727" y="68727"/>
                </a:cubicBezTo>
                <a:close/>
                <a:moveTo>
                  <a:pt x="115650" y="157091"/>
                </a:moveTo>
                <a:cubicBezTo>
                  <a:pt x="115898" y="153037"/>
                  <a:pt x="113877" y="149179"/>
                  <a:pt x="110401" y="147077"/>
                </a:cubicBezTo>
                <a:cubicBezTo>
                  <a:pt x="106925" y="144974"/>
                  <a:pt x="102570" y="144974"/>
                  <a:pt x="99095" y="147077"/>
                </a:cubicBezTo>
                <a:cubicBezTo>
                  <a:pt x="95619" y="149179"/>
                  <a:pt x="93597" y="153037"/>
                  <a:pt x="93845" y="157091"/>
                </a:cubicBezTo>
                <a:cubicBezTo>
                  <a:pt x="93597" y="161145"/>
                  <a:pt x="95619" y="165003"/>
                  <a:pt x="99095" y="167105"/>
                </a:cubicBezTo>
                <a:cubicBezTo>
                  <a:pt x="102570" y="169207"/>
                  <a:pt x="106925" y="169207"/>
                  <a:pt x="110401" y="167105"/>
                </a:cubicBezTo>
                <a:cubicBezTo>
                  <a:pt x="113877" y="165003"/>
                  <a:pt x="115898" y="161145"/>
                  <a:pt x="115650" y="157091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1019345" y="3878400"/>
            <a:ext cx="1544727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Проблематика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5709" y="4332219"/>
            <a:ext cx="5454545" cy="453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Современная жизнь требует грамотного управления личными финансами, особенно от студентов с ограниченным бюджетом.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0618" y="4925674"/>
            <a:ext cx="104727" cy="139636"/>
          </a:xfrm>
          <a:custGeom>
            <a:avLst/>
            <a:gdLst/>
            <a:ahLst/>
            <a:cxnLst/>
            <a:rect l="l" t="t" r="r" b="b"/>
            <a:pathLst>
              <a:path w="104727" h="139636">
                <a:moveTo>
                  <a:pt x="15027" y="20018"/>
                </a:moveTo>
                <a:cubicBezTo>
                  <a:pt x="11618" y="16609"/>
                  <a:pt x="6082" y="16609"/>
                  <a:pt x="2673" y="20018"/>
                </a:cubicBezTo>
                <a:cubicBezTo>
                  <a:pt x="-736" y="23427"/>
                  <a:pt x="-736" y="28964"/>
                  <a:pt x="2673" y="32373"/>
                </a:cubicBezTo>
                <a:lnTo>
                  <a:pt x="40145" y="69818"/>
                </a:lnTo>
                <a:lnTo>
                  <a:pt x="2700" y="107291"/>
                </a:lnTo>
                <a:cubicBezTo>
                  <a:pt x="-709" y="110700"/>
                  <a:pt x="-709" y="116236"/>
                  <a:pt x="2700" y="119645"/>
                </a:cubicBezTo>
                <a:cubicBezTo>
                  <a:pt x="6109" y="123055"/>
                  <a:pt x="11645" y="123055"/>
                  <a:pt x="15055" y="119645"/>
                </a:cubicBezTo>
                <a:lnTo>
                  <a:pt x="52500" y="82173"/>
                </a:lnTo>
                <a:lnTo>
                  <a:pt x="89973" y="119618"/>
                </a:lnTo>
                <a:cubicBezTo>
                  <a:pt x="93382" y="123027"/>
                  <a:pt x="98918" y="123027"/>
                  <a:pt x="102327" y="119618"/>
                </a:cubicBezTo>
                <a:cubicBezTo>
                  <a:pt x="105736" y="116209"/>
                  <a:pt x="105736" y="110673"/>
                  <a:pt x="102327" y="107264"/>
                </a:cubicBezTo>
                <a:lnTo>
                  <a:pt x="64855" y="69818"/>
                </a:lnTo>
                <a:lnTo>
                  <a:pt x="102300" y="32345"/>
                </a:lnTo>
                <a:cubicBezTo>
                  <a:pt x="105709" y="28936"/>
                  <a:pt x="105709" y="23400"/>
                  <a:pt x="102300" y="19991"/>
                </a:cubicBezTo>
                <a:cubicBezTo>
                  <a:pt x="98891" y="16582"/>
                  <a:pt x="93355" y="16582"/>
                  <a:pt x="89945" y="19991"/>
                </a:cubicBezTo>
                <a:lnTo>
                  <a:pt x="52500" y="57464"/>
                </a:lnTo>
                <a:lnTo>
                  <a:pt x="15027" y="20018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740073" y="4869819"/>
            <a:ext cx="299345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Существующие решения требуют интернет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0618" y="5187492"/>
            <a:ext cx="104727" cy="139636"/>
          </a:xfrm>
          <a:custGeom>
            <a:avLst/>
            <a:gdLst/>
            <a:ahLst/>
            <a:cxnLst/>
            <a:rect l="l" t="t" r="r" b="b"/>
            <a:pathLst>
              <a:path w="104727" h="139636">
                <a:moveTo>
                  <a:pt x="15027" y="20018"/>
                </a:moveTo>
                <a:cubicBezTo>
                  <a:pt x="11618" y="16609"/>
                  <a:pt x="6082" y="16609"/>
                  <a:pt x="2673" y="20018"/>
                </a:cubicBezTo>
                <a:cubicBezTo>
                  <a:pt x="-736" y="23427"/>
                  <a:pt x="-736" y="28964"/>
                  <a:pt x="2673" y="32373"/>
                </a:cubicBezTo>
                <a:lnTo>
                  <a:pt x="40145" y="69818"/>
                </a:lnTo>
                <a:lnTo>
                  <a:pt x="2700" y="107291"/>
                </a:lnTo>
                <a:cubicBezTo>
                  <a:pt x="-709" y="110700"/>
                  <a:pt x="-709" y="116236"/>
                  <a:pt x="2700" y="119645"/>
                </a:cubicBezTo>
                <a:cubicBezTo>
                  <a:pt x="6109" y="123055"/>
                  <a:pt x="11645" y="123055"/>
                  <a:pt x="15055" y="119645"/>
                </a:cubicBezTo>
                <a:lnTo>
                  <a:pt x="52500" y="82173"/>
                </a:lnTo>
                <a:lnTo>
                  <a:pt x="89973" y="119618"/>
                </a:lnTo>
                <a:cubicBezTo>
                  <a:pt x="93382" y="123027"/>
                  <a:pt x="98918" y="123027"/>
                  <a:pt x="102327" y="119618"/>
                </a:cubicBezTo>
                <a:cubicBezTo>
                  <a:pt x="105736" y="116209"/>
                  <a:pt x="105736" y="110673"/>
                  <a:pt x="102327" y="107264"/>
                </a:cubicBezTo>
                <a:lnTo>
                  <a:pt x="64855" y="69818"/>
                </a:lnTo>
                <a:lnTo>
                  <a:pt x="102300" y="32345"/>
                </a:lnTo>
                <a:cubicBezTo>
                  <a:pt x="105709" y="28936"/>
                  <a:pt x="105709" y="23400"/>
                  <a:pt x="102300" y="19991"/>
                </a:cubicBezTo>
                <a:cubicBezTo>
                  <a:pt x="98891" y="16582"/>
                  <a:pt x="93355" y="16582"/>
                  <a:pt x="89945" y="19991"/>
                </a:cubicBezTo>
                <a:lnTo>
                  <a:pt x="52500" y="57464"/>
                </a:lnTo>
                <a:lnTo>
                  <a:pt x="15027" y="20018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740073" y="5142110"/>
            <a:ext cx="2461091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Избыточная сложность интерфейса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0618" y="5449310"/>
            <a:ext cx="104727" cy="139636"/>
          </a:xfrm>
          <a:custGeom>
            <a:avLst/>
            <a:gdLst/>
            <a:ahLst/>
            <a:cxnLst/>
            <a:rect l="l" t="t" r="r" b="b"/>
            <a:pathLst>
              <a:path w="104727" h="139636">
                <a:moveTo>
                  <a:pt x="15027" y="20018"/>
                </a:moveTo>
                <a:cubicBezTo>
                  <a:pt x="11618" y="16609"/>
                  <a:pt x="6082" y="16609"/>
                  <a:pt x="2673" y="20018"/>
                </a:cubicBezTo>
                <a:cubicBezTo>
                  <a:pt x="-736" y="23427"/>
                  <a:pt x="-736" y="28964"/>
                  <a:pt x="2673" y="32373"/>
                </a:cubicBezTo>
                <a:lnTo>
                  <a:pt x="40145" y="69818"/>
                </a:lnTo>
                <a:lnTo>
                  <a:pt x="2700" y="107291"/>
                </a:lnTo>
                <a:cubicBezTo>
                  <a:pt x="-709" y="110700"/>
                  <a:pt x="-709" y="116236"/>
                  <a:pt x="2700" y="119645"/>
                </a:cubicBezTo>
                <a:cubicBezTo>
                  <a:pt x="6109" y="123055"/>
                  <a:pt x="11645" y="123055"/>
                  <a:pt x="15055" y="119645"/>
                </a:cubicBezTo>
                <a:lnTo>
                  <a:pt x="52500" y="82173"/>
                </a:lnTo>
                <a:lnTo>
                  <a:pt x="89973" y="119618"/>
                </a:lnTo>
                <a:cubicBezTo>
                  <a:pt x="93382" y="123027"/>
                  <a:pt x="98918" y="123027"/>
                  <a:pt x="102327" y="119618"/>
                </a:cubicBezTo>
                <a:cubicBezTo>
                  <a:pt x="105736" y="116209"/>
                  <a:pt x="105736" y="110673"/>
                  <a:pt x="102327" y="107264"/>
                </a:cubicBezTo>
                <a:lnTo>
                  <a:pt x="64855" y="69818"/>
                </a:lnTo>
                <a:lnTo>
                  <a:pt x="102300" y="32345"/>
                </a:lnTo>
                <a:cubicBezTo>
                  <a:pt x="105709" y="28936"/>
                  <a:pt x="105709" y="23400"/>
                  <a:pt x="102300" y="19991"/>
                </a:cubicBezTo>
                <a:cubicBezTo>
                  <a:pt x="98891" y="16582"/>
                  <a:pt x="93355" y="16582"/>
                  <a:pt x="89945" y="19991"/>
                </a:cubicBezTo>
                <a:lnTo>
                  <a:pt x="52500" y="57464"/>
                </a:lnTo>
                <a:lnTo>
                  <a:pt x="15027" y="20018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740073" y="5414400"/>
            <a:ext cx="2242909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Отсутствие приватности данных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0728" y="1155491"/>
            <a:ext cx="5670982" cy="3314618"/>
          </a:xfrm>
          <a:custGeom>
            <a:avLst/>
            <a:gdLst/>
            <a:ahLst/>
            <a:cxnLst/>
            <a:rect l="l" t="t" r="r" b="b"/>
            <a:pathLst>
              <a:path w="5670982" h="3314618">
                <a:moveTo>
                  <a:pt x="104742" y="0"/>
                </a:moveTo>
                <a:lnTo>
                  <a:pt x="5566240" y="0"/>
                </a:lnTo>
                <a:cubicBezTo>
                  <a:pt x="5624087" y="0"/>
                  <a:pt x="5670982" y="46895"/>
                  <a:pt x="5670982" y="104742"/>
                </a:cubicBezTo>
                <a:lnTo>
                  <a:pt x="5670982" y="3209876"/>
                </a:lnTo>
                <a:cubicBezTo>
                  <a:pt x="5670982" y="3267724"/>
                  <a:pt x="5624087" y="3314618"/>
                  <a:pt x="5566240" y="3314618"/>
                </a:cubicBezTo>
                <a:lnTo>
                  <a:pt x="104742" y="3314618"/>
                </a:lnTo>
                <a:cubicBezTo>
                  <a:pt x="46895" y="3314618"/>
                  <a:pt x="0" y="3267724"/>
                  <a:pt x="0" y="3209876"/>
                </a:cubicBezTo>
                <a:lnTo>
                  <a:pt x="0" y="104742"/>
                </a:lnTo>
                <a:cubicBezTo>
                  <a:pt x="0" y="46895"/>
                  <a:pt x="46895" y="0"/>
                  <a:pt x="104742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13855" y="1298619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69820" y="0"/>
                </a:moveTo>
                <a:lnTo>
                  <a:pt x="349090" y="0"/>
                </a:lnTo>
                <a:cubicBezTo>
                  <a:pt x="387624" y="0"/>
                  <a:pt x="418909" y="31285"/>
                  <a:pt x="418909" y="69820"/>
                </a:cubicBezTo>
                <a:lnTo>
                  <a:pt x="418909" y="349090"/>
                </a:lnTo>
                <a:cubicBezTo>
                  <a:pt x="418909" y="387624"/>
                  <a:pt x="387624" y="418909"/>
                  <a:pt x="349090" y="418909"/>
                </a:cubicBezTo>
                <a:lnTo>
                  <a:pt x="69820" y="418909"/>
                </a:lnTo>
                <a:cubicBezTo>
                  <a:pt x="31285" y="418909"/>
                  <a:pt x="0" y="387624"/>
                  <a:pt x="0" y="349090"/>
                </a:cubicBezTo>
                <a:lnTo>
                  <a:pt x="0" y="69820"/>
                </a:lnTo>
                <a:cubicBezTo>
                  <a:pt x="0" y="31259"/>
                  <a:pt x="31259" y="0"/>
                  <a:pt x="6982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392400" y="1403346"/>
            <a:ext cx="261818" cy="209455"/>
          </a:xfrm>
          <a:custGeom>
            <a:avLst/>
            <a:gdLst/>
            <a:ahLst/>
            <a:cxnLst/>
            <a:rect l="l" t="t" r="r" b="b"/>
            <a:pathLst>
              <a:path w="261818" h="209455">
                <a:moveTo>
                  <a:pt x="130909" y="6545"/>
                </a:moveTo>
                <a:cubicBezTo>
                  <a:pt x="154391" y="6545"/>
                  <a:pt x="173455" y="25609"/>
                  <a:pt x="173455" y="49091"/>
                </a:cubicBezTo>
                <a:cubicBezTo>
                  <a:pt x="173455" y="72572"/>
                  <a:pt x="154391" y="91636"/>
                  <a:pt x="130909" y="91636"/>
                </a:cubicBezTo>
                <a:cubicBezTo>
                  <a:pt x="107428" y="91636"/>
                  <a:pt x="88364" y="72572"/>
                  <a:pt x="88364" y="49091"/>
                </a:cubicBezTo>
                <a:cubicBezTo>
                  <a:pt x="88364" y="25609"/>
                  <a:pt x="107428" y="6545"/>
                  <a:pt x="130909" y="6545"/>
                </a:cubicBezTo>
                <a:close/>
                <a:moveTo>
                  <a:pt x="39273" y="36000"/>
                </a:moveTo>
                <a:cubicBezTo>
                  <a:pt x="55529" y="36000"/>
                  <a:pt x="68727" y="49198"/>
                  <a:pt x="68727" y="65455"/>
                </a:cubicBezTo>
                <a:cubicBezTo>
                  <a:pt x="68727" y="81711"/>
                  <a:pt x="55529" y="94909"/>
                  <a:pt x="39273" y="94909"/>
                </a:cubicBezTo>
                <a:cubicBezTo>
                  <a:pt x="23016" y="94909"/>
                  <a:pt x="9818" y="81711"/>
                  <a:pt x="9818" y="65455"/>
                </a:cubicBezTo>
                <a:cubicBezTo>
                  <a:pt x="9818" y="49198"/>
                  <a:pt x="23016" y="36000"/>
                  <a:pt x="39273" y="36000"/>
                </a:cubicBezTo>
                <a:close/>
                <a:moveTo>
                  <a:pt x="0" y="170182"/>
                </a:moveTo>
                <a:cubicBezTo>
                  <a:pt x="0" y="141259"/>
                  <a:pt x="23441" y="117818"/>
                  <a:pt x="52364" y="117818"/>
                </a:cubicBezTo>
                <a:cubicBezTo>
                  <a:pt x="57600" y="117818"/>
                  <a:pt x="62673" y="118595"/>
                  <a:pt x="67459" y="120027"/>
                </a:cubicBezTo>
                <a:cubicBezTo>
                  <a:pt x="54000" y="135082"/>
                  <a:pt x="45818" y="154964"/>
                  <a:pt x="45818" y="176727"/>
                </a:cubicBezTo>
                <a:lnTo>
                  <a:pt x="45818" y="183273"/>
                </a:lnTo>
                <a:cubicBezTo>
                  <a:pt x="45818" y="187936"/>
                  <a:pt x="46800" y="192355"/>
                  <a:pt x="48559" y="196364"/>
                </a:cubicBezTo>
                <a:lnTo>
                  <a:pt x="13091" y="196364"/>
                </a:lnTo>
                <a:cubicBezTo>
                  <a:pt x="5850" y="196364"/>
                  <a:pt x="0" y="190514"/>
                  <a:pt x="0" y="183273"/>
                </a:cubicBezTo>
                <a:lnTo>
                  <a:pt x="0" y="170182"/>
                </a:lnTo>
                <a:close/>
                <a:moveTo>
                  <a:pt x="213259" y="196364"/>
                </a:moveTo>
                <a:cubicBezTo>
                  <a:pt x="215018" y="192355"/>
                  <a:pt x="216000" y="187936"/>
                  <a:pt x="216000" y="183273"/>
                </a:cubicBezTo>
                <a:lnTo>
                  <a:pt x="216000" y="176727"/>
                </a:lnTo>
                <a:cubicBezTo>
                  <a:pt x="216000" y="154964"/>
                  <a:pt x="207818" y="135082"/>
                  <a:pt x="194359" y="120027"/>
                </a:cubicBezTo>
                <a:cubicBezTo>
                  <a:pt x="199145" y="118595"/>
                  <a:pt x="204218" y="117818"/>
                  <a:pt x="209455" y="117818"/>
                </a:cubicBezTo>
                <a:cubicBezTo>
                  <a:pt x="238377" y="117818"/>
                  <a:pt x="261818" y="141259"/>
                  <a:pt x="261818" y="170182"/>
                </a:cubicBezTo>
                <a:lnTo>
                  <a:pt x="261818" y="183273"/>
                </a:lnTo>
                <a:cubicBezTo>
                  <a:pt x="261818" y="190514"/>
                  <a:pt x="255968" y="196364"/>
                  <a:pt x="248727" y="196364"/>
                </a:cubicBezTo>
                <a:lnTo>
                  <a:pt x="213259" y="196364"/>
                </a:lnTo>
                <a:close/>
                <a:moveTo>
                  <a:pt x="193091" y="65455"/>
                </a:moveTo>
                <a:cubicBezTo>
                  <a:pt x="193091" y="49198"/>
                  <a:pt x="206289" y="36000"/>
                  <a:pt x="222545" y="36000"/>
                </a:cubicBezTo>
                <a:cubicBezTo>
                  <a:pt x="238802" y="36000"/>
                  <a:pt x="252000" y="49198"/>
                  <a:pt x="252000" y="65455"/>
                </a:cubicBezTo>
                <a:cubicBezTo>
                  <a:pt x="252000" y="81711"/>
                  <a:pt x="238802" y="94909"/>
                  <a:pt x="222545" y="94909"/>
                </a:cubicBezTo>
                <a:cubicBezTo>
                  <a:pt x="206289" y="94909"/>
                  <a:pt x="193091" y="81711"/>
                  <a:pt x="193091" y="65455"/>
                </a:cubicBezTo>
                <a:close/>
                <a:moveTo>
                  <a:pt x="65455" y="176727"/>
                </a:moveTo>
                <a:cubicBezTo>
                  <a:pt x="65455" y="140564"/>
                  <a:pt x="94745" y="111273"/>
                  <a:pt x="130909" y="111273"/>
                </a:cubicBezTo>
                <a:cubicBezTo>
                  <a:pt x="167073" y="111273"/>
                  <a:pt x="196364" y="140564"/>
                  <a:pt x="196364" y="176727"/>
                </a:cubicBezTo>
                <a:lnTo>
                  <a:pt x="196364" y="183273"/>
                </a:lnTo>
                <a:cubicBezTo>
                  <a:pt x="196364" y="190514"/>
                  <a:pt x="190514" y="196364"/>
                  <a:pt x="183273" y="196364"/>
                </a:cubicBezTo>
                <a:lnTo>
                  <a:pt x="78545" y="196364"/>
                </a:lnTo>
                <a:cubicBezTo>
                  <a:pt x="71305" y="196364"/>
                  <a:pt x="65455" y="190514"/>
                  <a:pt x="65455" y="183273"/>
                </a:cubicBezTo>
                <a:lnTo>
                  <a:pt x="65455" y="176727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2" name="Text 30"/>
          <p:cNvSpPr/>
          <p:nvPr/>
        </p:nvSpPr>
        <p:spPr>
          <a:xfrm>
            <a:off x="6837491" y="1368437"/>
            <a:ext cx="2042182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10000"/>
              </a:lnSpc>
            </a:pPr>
            <a:r>
              <a:rPr lang="en-US" sz="164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Целевая аудитория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17346" y="1825746"/>
            <a:ext cx="5374255" cy="1193891"/>
          </a:xfrm>
          <a:custGeom>
            <a:avLst/>
            <a:gdLst/>
            <a:ahLst/>
            <a:cxnLst/>
            <a:rect l="l" t="t" r="r" b="b"/>
            <a:pathLst>
              <a:path w="5374255" h="1193891">
                <a:moveTo>
                  <a:pt x="69819" y="0"/>
                </a:moveTo>
                <a:lnTo>
                  <a:pt x="5304436" y="0"/>
                </a:lnTo>
                <a:cubicBezTo>
                  <a:pt x="5342970" y="0"/>
                  <a:pt x="5374255" y="31285"/>
                  <a:pt x="5374255" y="69819"/>
                </a:cubicBezTo>
                <a:lnTo>
                  <a:pt x="5374255" y="1124072"/>
                </a:lnTo>
                <a:cubicBezTo>
                  <a:pt x="5374255" y="1162632"/>
                  <a:pt x="5342996" y="1193891"/>
                  <a:pt x="5304436" y="1193891"/>
                </a:cubicBezTo>
                <a:lnTo>
                  <a:pt x="69819" y="1193891"/>
                </a:lnTo>
                <a:cubicBezTo>
                  <a:pt x="31285" y="1193891"/>
                  <a:pt x="0" y="1162606"/>
                  <a:pt x="0" y="1124072"/>
                </a:cubicBezTo>
                <a:lnTo>
                  <a:pt x="0" y="69819"/>
                </a:lnTo>
                <a:cubicBezTo>
                  <a:pt x="0" y="31285"/>
                  <a:pt x="31285" y="0"/>
                  <a:pt x="69819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25564" y="1933963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139636" y="0"/>
                </a:moveTo>
                <a:lnTo>
                  <a:pt x="139636" y="0"/>
                </a:lnTo>
                <a:cubicBezTo>
                  <a:pt x="216704" y="0"/>
                  <a:pt x="279273" y="62569"/>
                  <a:pt x="279273" y="139636"/>
                </a:cubicBezTo>
                <a:lnTo>
                  <a:pt x="279273" y="139636"/>
                </a:lnTo>
                <a:cubicBezTo>
                  <a:pt x="279273" y="216704"/>
                  <a:pt x="216704" y="279273"/>
                  <a:pt x="139636" y="279273"/>
                </a:cubicBezTo>
                <a:lnTo>
                  <a:pt x="139636" y="279273"/>
                </a:lnTo>
                <a:cubicBezTo>
                  <a:pt x="62569" y="279273"/>
                  <a:pt x="0" y="216704"/>
                  <a:pt x="0" y="139636"/>
                </a:cubicBezTo>
                <a:lnTo>
                  <a:pt x="0" y="139636"/>
                </a:lnTo>
                <a:cubicBezTo>
                  <a:pt x="0" y="62569"/>
                  <a:pt x="62569" y="0"/>
                  <a:pt x="139636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35" name="Text 33"/>
          <p:cNvSpPr/>
          <p:nvPr/>
        </p:nvSpPr>
        <p:spPr>
          <a:xfrm>
            <a:off x="6392400" y="1838788"/>
            <a:ext cx="340364" cy="472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74655" y="1917525"/>
            <a:ext cx="1466182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Основной сегмент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25564" y="2283054"/>
            <a:ext cx="5227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Студенты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25564" y="2527418"/>
            <a:ext cx="5227636" cy="38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Молодые люди, впервые сталкивающиеся с самостоятельным управлением финансами. Ищут простой инструмент для отслеживания трат.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17346" y="3131346"/>
            <a:ext cx="5374255" cy="1193891"/>
          </a:xfrm>
          <a:custGeom>
            <a:avLst/>
            <a:gdLst/>
            <a:ahLst/>
            <a:cxnLst/>
            <a:rect l="l" t="t" r="r" b="b"/>
            <a:pathLst>
              <a:path w="5374255" h="1193891">
                <a:moveTo>
                  <a:pt x="69819" y="0"/>
                </a:moveTo>
                <a:lnTo>
                  <a:pt x="5304436" y="0"/>
                </a:lnTo>
                <a:cubicBezTo>
                  <a:pt x="5342970" y="0"/>
                  <a:pt x="5374255" y="31285"/>
                  <a:pt x="5374255" y="69819"/>
                </a:cubicBezTo>
                <a:lnTo>
                  <a:pt x="5374255" y="1124072"/>
                </a:lnTo>
                <a:cubicBezTo>
                  <a:pt x="5374255" y="1162632"/>
                  <a:pt x="5342996" y="1193891"/>
                  <a:pt x="5304436" y="1193891"/>
                </a:cubicBezTo>
                <a:lnTo>
                  <a:pt x="69819" y="1193891"/>
                </a:lnTo>
                <a:cubicBezTo>
                  <a:pt x="31285" y="1193891"/>
                  <a:pt x="0" y="1162606"/>
                  <a:pt x="0" y="1124072"/>
                </a:cubicBezTo>
                <a:lnTo>
                  <a:pt x="0" y="69819"/>
                </a:lnTo>
                <a:cubicBezTo>
                  <a:pt x="0" y="31285"/>
                  <a:pt x="31285" y="0"/>
                  <a:pt x="69819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5564" y="3239564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139636" y="0"/>
                </a:moveTo>
                <a:lnTo>
                  <a:pt x="139636" y="0"/>
                </a:lnTo>
                <a:cubicBezTo>
                  <a:pt x="216704" y="0"/>
                  <a:pt x="279273" y="62569"/>
                  <a:pt x="279273" y="139636"/>
                </a:cubicBezTo>
                <a:lnTo>
                  <a:pt x="279273" y="139636"/>
                </a:lnTo>
                <a:cubicBezTo>
                  <a:pt x="279273" y="216704"/>
                  <a:pt x="216704" y="279273"/>
                  <a:pt x="139636" y="279273"/>
                </a:cubicBezTo>
                <a:lnTo>
                  <a:pt x="139636" y="279273"/>
                </a:lnTo>
                <a:cubicBezTo>
                  <a:pt x="62569" y="279273"/>
                  <a:pt x="0" y="216704"/>
                  <a:pt x="0" y="139636"/>
                </a:cubicBezTo>
                <a:lnTo>
                  <a:pt x="0" y="139636"/>
                </a:lnTo>
                <a:cubicBezTo>
                  <a:pt x="0" y="62569"/>
                  <a:pt x="62569" y="0"/>
                  <a:pt x="139636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41" name="Text 39"/>
          <p:cNvSpPr/>
          <p:nvPr/>
        </p:nvSpPr>
        <p:spPr>
          <a:xfrm>
            <a:off x="6395018" y="3181145"/>
            <a:ext cx="340364" cy="384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E1E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74655" y="3218618"/>
            <a:ext cx="1562182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Вторичный сегмент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25564" y="3588655"/>
            <a:ext cx="5227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Профессионалы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25564" y="3833019"/>
            <a:ext cx="5227636" cy="38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Занятые работающие люди, ценящие приватность и скорость. Предпочитают держать данные под полным контролем.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0728" y="4618473"/>
            <a:ext cx="5670982" cy="1822255"/>
          </a:xfrm>
          <a:custGeom>
            <a:avLst/>
            <a:gdLst/>
            <a:ahLst/>
            <a:cxnLst/>
            <a:rect l="l" t="t" r="r" b="b"/>
            <a:pathLst>
              <a:path w="5670982" h="1822255">
                <a:moveTo>
                  <a:pt x="104725" y="0"/>
                </a:moveTo>
                <a:lnTo>
                  <a:pt x="5566257" y="0"/>
                </a:lnTo>
                <a:cubicBezTo>
                  <a:pt x="5624095" y="0"/>
                  <a:pt x="5670982" y="46887"/>
                  <a:pt x="5670982" y="104725"/>
                </a:cubicBezTo>
                <a:lnTo>
                  <a:pt x="5670982" y="1717530"/>
                </a:lnTo>
                <a:cubicBezTo>
                  <a:pt x="5670982" y="1775368"/>
                  <a:pt x="5624095" y="1822255"/>
                  <a:pt x="5566257" y="1822255"/>
                </a:cubicBezTo>
                <a:lnTo>
                  <a:pt x="104725" y="1822255"/>
                </a:lnTo>
                <a:cubicBezTo>
                  <a:pt x="46887" y="1822255"/>
                  <a:pt x="0" y="1775368"/>
                  <a:pt x="0" y="1717530"/>
                </a:cubicBezTo>
                <a:lnTo>
                  <a:pt x="0" y="104725"/>
                </a:lnTo>
                <a:cubicBezTo>
                  <a:pt x="0" y="46926"/>
                  <a:pt x="46926" y="0"/>
                  <a:pt x="104725" y="0"/>
                </a:cubicBezTo>
                <a:close/>
              </a:path>
            </a:pathLst>
          </a:custGeom>
          <a:gradFill flip="none" rotWithShape="1">
            <a:gsLst>
              <a:gs pos="0">
                <a:srgbClr val="2176FF">
                  <a:alpha val="20000"/>
                </a:srgbClr>
              </a:gs>
              <a:gs pos="100000">
                <a:srgbClr val="4ADE80">
                  <a:alpha val="20000"/>
                </a:srgbClr>
              </a:gs>
            </a:gsLst>
            <a:lin ang="2700000" scaled="1"/>
          </a:gradFill>
          <a:ln w="10160">
            <a:solidFill>
              <a:srgbClr val="2176FF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48764" y="4770219"/>
            <a:ext cx="261818" cy="261818"/>
          </a:xfrm>
          <a:custGeom>
            <a:avLst/>
            <a:gdLst/>
            <a:ahLst/>
            <a:cxnLst/>
            <a:rect l="l" t="t" r="r" b="b"/>
            <a:pathLst>
              <a:path w="261818" h="261818">
                <a:moveTo>
                  <a:pt x="229091" y="130909"/>
                </a:moveTo>
                <a:cubicBezTo>
                  <a:pt x="229091" y="76721"/>
                  <a:pt x="185097" y="32727"/>
                  <a:pt x="130909" y="32727"/>
                </a:cubicBezTo>
                <a:cubicBezTo>
                  <a:pt x="76721" y="32727"/>
                  <a:pt x="32727" y="76721"/>
                  <a:pt x="32727" y="130909"/>
                </a:cubicBezTo>
                <a:cubicBezTo>
                  <a:pt x="32727" y="185097"/>
                  <a:pt x="76721" y="229091"/>
                  <a:pt x="130909" y="229091"/>
                </a:cubicBezTo>
                <a:cubicBezTo>
                  <a:pt x="185097" y="229091"/>
                  <a:pt x="229091" y="185097"/>
                  <a:pt x="229091" y="130909"/>
                </a:cubicBezTo>
                <a:close/>
                <a:moveTo>
                  <a:pt x="0" y="130909"/>
                </a:moveTo>
                <a:cubicBezTo>
                  <a:pt x="0" y="58658"/>
                  <a:pt x="58658" y="0"/>
                  <a:pt x="130909" y="0"/>
                </a:cubicBezTo>
                <a:cubicBezTo>
                  <a:pt x="203160" y="0"/>
                  <a:pt x="261818" y="58658"/>
                  <a:pt x="261818" y="130909"/>
                </a:cubicBezTo>
                <a:cubicBezTo>
                  <a:pt x="261818" y="203160"/>
                  <a:pt x="203160" y="261818"/>
                  <a:pt x="130909" y="261818"/>
                </a:cubicBezTo>
                <a:cubicBezTo>
                  <a:pt x="58658" y="261818"/>
                  <a:pt x="0" y="203160"/>
                  <a:pt x="0" y="130909"/>
                </a:cubicBezTo>
                <a:close/>
                <a:moveTo>
                  <a:pt x="130909" y="171818"/>
                </a:moveTo>
                <a:cubicBezTo>
                  <a:pt x="153487" y="171818"/>
                  <a:pt x="171818" y="153487"/>
                  <a:pt x="171818" y="130909"/>
                </a:cubicBezTo>
                <a:cubicBezTo>
                  <a:pt x="171818" y="108331"/>
                  <a:pt x="153487" y="90000"/>
                  <a:pt x="130909" y="90000"/>
                </a:cubicBezTo>
                <a:cubicBezTo>
                  <a:pt x="108331" y="90000"/>
                  <a:pt x="90000" y="108331"/>
                  <a:pt x="90000" y="130909"/>
                </a:cubicBezTo>
                <a:cubicBezTo>
                  <a:pt x="90000" y="153487"/>
                  <a:pt x="108331" y="171818"/>
                  <a:pt x="130909" y="171818"/>
                </a:cubicBezTo>
                <a:close/>
                <a:moveTo>
                  <a:pt x="130909" y="57273"/>
                </a:moveTo>
                <a:cubicBezTo>
                  <a:pt x="171550" y="57273"/>
                  <a:pt x="204545" y="90268"/>
                  <a:pt x="204545" y="130909"/>
                </a:cubicBezTo>
                <a:cubicBezTo>
                  <a:pt x="204545" y="171550"/>
                  <a:pt x="171550" y="204545"/>
                  <a:pt x="130909" y="204545"/>
                </a:cubicBezTo>
                <a:cubicBezTo>
                  <a:pt x="90268" y="204545"/>
                  <a:pt x="57273" y="171550"/>
                  <a:pt x="57273" y="130909"/>
                </a:cubicBezTo>
                <a:cubicBezTo>
                  <a:pt x="57273" y="90268"/>
                  <a:pt x="90268" y="57273"/>
                  <a:pt x="130909" y="57273"/>
                </a:cubicBezTo>
                <a:close/>
                <a:moveTo>
                  <a:pt x="114545" y="130909"/>
                </a:moveTo>
                <a:cubicBezTo>
                  <a:pt x="114545" y="121878"/>
                  <a:pt x="121878" y="114545"/>
                  <a:pt x="130909" y="114545"/>
                </a:cubicBezTo>
                <a:cubicBezTo>
                  <a:pt x="139940" y="114545"/>
                  <a:pt x="147273" y="121878"/>
                  <a:pt x="147273" y="130909"/>
                </a:cubicBezTo>
                <a:cubicBezTo>
                  <a:pt x="147273" y="139940"/>
                  <a:pt x="139940" y="147273"/>
                  <a:pt x="130909" y="147273"/>
                </a:cubicBezTo>
                <a:cubicBezTo>
                  <a:pt x="121878" y="147273"/>
                  <a:pt x="114545" y="139940"/>
                  <a:pt x="114545" y="130909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47" name="Text 45"/>
          <p:cNvSpPr/>
          <p:nvPr/>
        </p:nvSpPr>
        <p:spPr>
          <a:xfrm>
            <a:off x="6745855" y="4761601"/>
            <a:ext cx="2644364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Ключевое преимущество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13855" y="5145492"/>
            <a:ext cx="5454545" cy="453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40000"/>
              </a:lnSpc>
            </a:pPr>
            <a:r>
              <a:rPr lang="en-US" sz="1100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Полная автономность и конфиденциальность</a:t>
            </a:r>
            <a:r>
              <a:rPr lang="en-US" sz="11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все данные хранятся локально на устройстве пользователя без необходимости подключения к интернету.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13855" y="5704038"/>
            <a:ext cx="2661818" cy="593455"/>
          </a:xfrm>
          <a:custGeom>
            <a:avLst/>
            <a:gdLst/>
            <a:ahLst/>
            <a:cxnLst/>
            <a:rect l="l" t="t" r="r" b="b"/>
            <a:pathLst>
              <a:path w="2661818" h="593455">
                <a:moveTo>
                  <a:pt x="69820" y="0"/>
                </a:moveTo>
                <a:lnTo>
                  <a:pt x="2591998" y="0"/>
                </a:lnTo>
                <a:cubicBezTo>
                  <a:pt x="2630559" y="0"/>
                  <a:pt x="2661818" y="31259"/>
                  <a:pt x="2661818" y="69820"/>
                </a:cubicBezTo>
                <a:lnTo>
                  <a:pt x="2661818" y="523635"/>
                </a:lnTo>
                <a:cubicBezTo>
                  <a:pt x="2661818" y="562195"/>
                  <a:pt x="2630559" y="593455"/>
                  <a:pt x="2591998" y="593455"/>
                </a:cubicBezTo>
                <a:lnTo>
                  <a:pt x="69820" y="593455"/>
                </a:lnTo>
                <a:cubicBezTo>
                  <a:pt x="31259" y="593455"/>
                  <a:pt x="0" y="562195"/>
                  <a:pt x="0" y="523635"/>
                </a:cubicBezTo>
                <a:lnTo>
                  <a:pt x="0" y="69820"/>
                </a:lnTo>
                <a:cubicBezTo>
                  <a:pt x="0" y="31285"/>
                  <a:pt x="31285" y="0"/>
                  <a:pt x="69820" y="0"/>
                </a:cubicBezTo>
                <a:close/>
              </a:path>
            </a:pathLst>
          </a:custGeom>
          <a:solidFill>
            <a:srgbClr val="1E1E1E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331309" y="5773856"/>
            <a:ext cx="2626909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9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53127" y="6053018"/>
            <a:ext cx="2583273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ct val="120000"/>
              </a:lnSpc>
            </a:pPr>
            <a:r>
              <a:rPr lang="en-US" sz="962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Офлайн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41346" y="5704038"/>
            <a:ext cx="2661818" cy="593455"/>
          </a:xfrm>
          <a:custGeom>
            <a:avLst/>
            <a:gdLst/>
            <a:ahLst/>
            <a:cxnLst/>
            <a:rect l="l" t="t" r="r" b="b"/>
            <a:pathLst>
              <a:path w="2661818" h="593455">
                <a:moveTo>
                  <a:pt x="69820" y="0"/>
                </a:moveTo>
                <a:lnTo>
                  <a:pt x="2591998" y="0"/>
                </a:lnTo>
                <a:cubicBezTo>
                  <a:pt x="2630559" y="0"/>
                  <a:pt x="2661818" y="31259"/>
                  <a:pt x="2661818" y="69820"/>
                </a:cubicBezTo>
                <a:lnTo>
                  <a:pt x="2661818" y="523635"/>
                </a:lnTo>
                <a:cubicBezTo>
                  <a:pt x="2661818" y="562195"/>
                  <a:pt x="2630559" y="593455"/>
                  <a:pt x="2591998" y="593455"/>
                </a:cubicBezTo>
                <a:lnTo>
                  <a:pt x="69820" y="593455"/>
                </a:lnTo>
                <a:cubicBezTo>
                  <a:pt x="31259" y="593455"/>
                  <a:pt x="0" y="562195"/>
                  <a:pt x="0" y="523635"/>
                </a:cubicBezTo>
                <a:lnTo>
                  <a:pt x="0" y="69820"/>
                </a:lnTo>
                <a:cubicBezTo>
                  <a:pt x="0" y="31285"/>
                  <a:pt x="31285" y="0"/>
                  <a:pt x="69820" y="0"/>
                </a:cubicBezTo>
                <a:close/>
              </a:path>
            </a:pathLst>
          </a:custGeom>
          <a:solidFill>
            <a:srgbClr val="1E1E1E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9058800" y="5773856"/>
            <a:ext cx="2626909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9" b="1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80619" y="6053018"/>
            <a:ext cx="2583273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ct val="120000"/>
              </a:lnSpc>
            </a:pPr>
            <a:r>
              <a:rPr lang="en-US" sz="962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Серверов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Цели и требования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6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Функциональные и нефункциональные требования к системе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61110"/>
            <a:ext cx="5627370" cy="3141345"/>
          </a:xfrm>
          <a:custGeom>
            <a:avLst/>
            <a:gdLst/>
            <a:ahLst/>
            <a:cxnLst/>
            <a:rect l="l" t="t" r="r" b="b"/>
            <a:pathLst>
              <a:path w="5627370" h="3141345">
                <a:moveTo>
                  <a:pt x="114314" y="0"/>
                </a:moveTo>
                <a:lnTo>
                  <a:pt x="5513056" y="0"/>
                </a:lnTo>
                <a:cubicBezTo>
                  <a:pt x="5576190" y="0"/>
                  <a:pt x="5627370" y="51180"/>
                  <a:pt x="5627370" y="114314"/>
                </a:cubicBezTo>
                <a:lnTo>
                  <a:pt x="5627370" y="3027031"/>
                </a:lnTo>
                <a:cubicBezTo>
                  <a:pt x="5627370" y="3090165"/>
                  <a:pt x="5576190" y="3141345"/>
                  <a:pt x="5513056" y="3141345"/>
                </a:cubicBezTo>
                <a:lnTo>
                  <a:pt x="114314" y="3141345"/>
                </a:lnTo>
                <a:cubicBezTo>
                  <a:pt x="51180" y="3141345"/>
                  <a:pt x="0" y="3090165"/>
                  <a:pt x="0" y="3027031"/>
                </a:cubicBezTo>
                <a:lnTo>
                  <a:pt x="0" y="114314"/>
                </a:lnTo>
                <a:cubicBezTo>
                  <a:pt x="0" y="51222"/>
                  <a:pt x="51222" y="0"/>
                  <a:pt x="114314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0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9608" y="15316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0"/>
                </a:moveTo>
                <a:cubicBezTo>
                  <a:pt x="22190" y="0"/>
                  <a:pt x="28575" y="6385"/>
                  <a:pt x="28575" y="14288"/>
                </a:cubicBezTo>
                <a:lnTo>
                  <a:pt x="28575" y="21431"/>
                </a:lnTo>
                <a:lnTo>
                  <a:pt x="59382" y="13752"/>
                </a:lnTo>
                <a:cubicBezTo>
                  <a:pt x="76393" y="9510"/>
                  <a:pt x="94342" y="11475"/>
                  <a:pt x="110058" y="19333"/>
                </a:cubicBezTo>
                <a:cubicBezTo>
                  <a:pt x="130731" y="29691"/>
                  <a:pt x="155064" y="29691"/>
                  <a:pt x="175736" y="19333"/>
                </a:cubicBezTo>
                <a:lnTo>
                  <a:pt x="180023" y="17190"/>
                </a:lnTo>
                <a:cubicBezTo>
                  <a:pt x="189220" y="12546"/>
                  <a:pt x="200025" y="19243"/>
                  <a:pt x="200025" y="29513"/>
                </a:cubicBezTo>
                <a:lnTo>
                  <a:pt x="200025" y="154394"/>
                </a:lnTo>
                <a:cubicBezTo>
                  <a:pt x="200025" y="160333"/>
                  <a:pt x="196319" y="165690"/>
                  <a:pt x="190738" y="167789"/>
                </a:cubicBezTo>
                <a:lnTo>
                  <a:pt x="175245" y="173593"/>
                </a:lnTo>
                <a:cubicBezTo>
                  <a:pt x="154618" y="181317"/>
                  <a:pt x="131668" y="180112"/>
                  <a:pt x="111978" y="170289"/>
                </a:cubicBezTo>
                <a:cubicBezTo>
                  <a:pt x="95057" y="161806"/>
                  <a:pt x="75634" y="159707"/>
                  <a:pt x="57284" y="164306"/>
                </a:cubicBezTo>
                <a:lnTo>
                  <a:pt x="28575" y="171450"/>
                </a:ln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lnTo>
                  <a:pt x="0" y="14288"/>
                </a:lnTo>
                <a:cubicBezTo>
                  <a:pt x="0" y="6385"/>
                  <a:pt x="6385" y="0"/>
                  <a:pt x="14288" y="0"/>
                </a:cubicBezTo>
                <a:close/>
                <a:moveTo>
                  <a:pt x="28575" y="83537"/>
                </a:moveTo>
                <a:lnTo>
                  <a:pt x="57150" y="77331"/>
                </a:lnTo>
                <a:lnTo>
                  <a:pt x="57150" y="106576"/>
                </a:lnTo>
                <a:lnTo>
                  <a:pt x="28575" y="112782"/>
                </a:lnTo>
                <a:lnTo>
                  <a:pt x="28575" y="142027"/>
                </a:lnTo>
                <a:lnTo>
                  <a:pt x="50363" y="136580"/>
                </a:lnTo>
                <a:cubicBezTo>
                  <a:pt x="52641" y="135999"/>
                  <a:pt x="54873" y="135508"/>
                  <a:pt x="57150" y="135106"/>
                </a:cubicBezTo>
                <a:lnTo>
                  <a:pt x="57150" y="106576"/>
                </a:lnTo>
                <a:lnTo>
                  <a:pt x="74518" y="102825"/>
                </a:lnTo>
                <a:cubicBezTo>
                  <a:pt x="78224" y="102022"/>
                  <a:pt x="81975" y="101709"/>
                  <a:pt x="85725" y="101888"/>
                </a:cubicBezTo>
                <a:lnTo>
                  <a:pt x="85725" y="73313"/>
                </a:lnTo>
                <a:cubicBezTo>
                  <a:pt x="91797" y="73491"/>
                  <a:pt x="97869" y="74474"/>
                  <a:pt x="103763" y="76170"/>
                </a:cubicBezTo>
                <a:lnTo>
                  <a:pt x="114300" y="79251"/>
                </a:lnTo>
                <a:lnTo>
                  <a:pt x="114300" y="109031"/>
                </a:lnTo>
                <a:lnTo>
                  <a:pt x="95682" y="103540"/>
                </a:lnTo>
                <a:cubicBezTo>
                  <a:pt x="92422" y="102602"/>
                  <a:pt x="89074" y="102022"/>
                  <a:pt x="85725" y="101843"/>
                </a:cubicBezTo>
                <a:lnTo>
                  <a:pt x="85725" y="133722"/>
                </a:lnTo>
                <a:cubicBezTo>
                  <a:pt x="95458" y="134570"/>
                  <a:pt x="105058" y="136714"/>
                  <a:pt x="114300" y="140151"/>
                </a:cubicBezTo>
                <a:lnTo>
                  <a:pt x="114300" y="108987"/>
                </a:lnTo>
                <a:lnTo>
                  <a:pt x="124435" y="111978"/>
                </a:lnTo>
                <a:cubicBezTo>
                  <a:pt x="130463" y="113764"/>
                  <a:pt x="136624" y="114836"/>
                  <a:pt x="142875" y="115282"/>
                </a:cubicBezTo>
                <a:lnTo>
                  <a:pt x="142875" y="86618"/>
                </a:lnTo>
                <a:cubicBezTo>
                  <a:pt x="139392" y="86261"/>
                  <a:pt x="135910" y="85591"/>
                  <a:pt x="132517" y="84609"/>
                </a:cubicBezTo>
                <a:lnTo>
                  <a:pt x="114300" y="79251"/>
                </a:lnTo>
                <a:lnTo>
                  <a:pt x="114300" y="51569"/>
                </a:lnTo>
                <a:cubicBezTo>
                  <a:pt x="108496" y="49872"/>
                  <a:pt x="102781" y="47640"/>
                  <a:pt x="97244" y="44872"/>
                </a:cubicBezTo>
                <a:cubicBezTo>
                  <a:pt x="93583" y="43041"/>
                  <a:pt x="89699" y="41746"/>
                  <a:pt x="85725" y="40943"/>
                </a:cubicBezTo>
                <a:lnTo>
                  <a:pt x="85725" y="73268"/>
                </a:lnTo>
                <a:cubicBezTo>
                  <a:pt x="79921" y="73089"/>
                  <a:pt x="74116" y="73625"/>
                  <a:pt x="68446" y="74875"/>
                </a:cubicBezTo>
                <a:lnTo>
                  <a:pt x="57150" y="77331"/>
                </a:lnTo>
                <a:lnTo>
                  <a:pt x="57150" y="43755"/>
                </a:lnTo>
                <a:lnTo>
                  <a:pt x="28575" y="50899"/>
                </a:lnTo>
                <a:lnTo>
                  <a:pt x="28575" y="83537"/>
                </a:lnTo>
                <a:close/>
                <a:moveTo>
                  <a:pt x="142875" y="149885"/>
                </a:moveTo>
                <a:cubicBezTo>
                  <a:pt x="150376" y="150555"/>
                  <a:pt x="158011" y="149572"/>
                  <a:pt x="165199" y="146849"/>
                </a:cubicBezTo>
                <a:lnTo>
                  <a:pt x="171450" y="144527"/>
                </a:lnTo>
                <a:lnTo>
                  <a:pt x="171450" y="112514"/>
                </a:lnTo>
                <a:lnTo>
                  <a:pt x="167923" y="113318"/>
                </a:lnTo>
                <a:cubicBezTo>
                  <a:pt x="159707" y="115238"/>
                  <a:pt x="151269" y="115863"/>
                  <a:pt x="142875" y="115327"/>
                </a:cubicBezTo>
                <a:lnTo>
                  <a:pt x="142875" y="149885"/>
                </a:lnTo>
                <a:close/>
                <a:moveTo>
                  <a:pt x="171450" y="83180"/>
                </a:moveTo>
                <a:lnTo>
                  <a:pt x="171450" y="51569"/>
                </a:lnTo>
                <a:cubicBezTo>
                  <a:pt x="162118" y="54292"/>
                  <a:pt x="152519" y="55632"/>
                  <a:pt x="142875" y="55632"/>
                </a:cubicBezTo>
                <a:lnTo>
                  <a:pt x="142875" y="86618"/>
                </a:lnTo>
                <a:cubicBezTo>
                  <a:pt x="149081" y="87243"/>
                  <a:pt x="155377" y="86841"/>
                  <a:pt x="161493" y="85457"/>
                </a:cubicBezTo>
                <a:lnTo>
                  <a:pt x="171450" y="83135"/>
                </a:ln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8" name="Text 6"/>
          <p:cNvSpPr/>
          <p:nvPr/>
        </p:nvSpPr>
        <p:spPr>
          <a:xfrm>
            <a:off x="1112520" y="1493520"/>
            <a:ext cx="1609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Цели проекта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4830" y="1992630"/>
            <a:ext cx="5313045" cy="693420"/>
          </a:xfrm>
          <a:custGeom>
            <a:avLst/>
            <a:gdLst/>
            <a:ahLst/>
            <a:cxnLst/>
            <a:rect l="l" t="t" r="r" b="b"/>
            <a:pathLst>
              <a:path w="5313045" h="693420">
                <a:moveTo>
                  <a:pt x="76200" y="0"/>
                </a:moveTo>
                <a:lnTo>
                  <a:pt x="5236845" y="0"/>
                </a:lnTo>
                <a:cubicBezTo>
                  <a:pt x="5278929" y="0"/>
                  <a:pt x="5313045" y="34116"/>
                  <a:pt x="5313045" y="76200"/>
                </a:cubicBezTo>
                <a:lnTo>
                  <a:pt x="5313045" y="617220"/>
                </a:lnTo>
                <a:cubicBezTo>
                  <a:pt x="5313045" y="659304"/>
                  <a:pt x="5278929" y="693420"/>
                  <a:pt x="523684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" y="21107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" y="1937261"/>
            <a:ext cx="38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82040" y="2094930"/>
            <a:ext cx="4733925" cy="457200"/>
          </a:xfrm>
          <a:prstGeom prst="rect">
            <a:avLst/>
          </a:prstGeom>
          <a:noFill/>
          <a:ln/>
        </p:spPr>
        <p:txBody>
          <a:bodyPr wrap="square" lIns="0" tIns="38100" rIns="0" bIns="0" rtlCol="0" anchor="b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Разработать архитектуру данных и UI для удобного внесения и редактирования финансовых операций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4830" y="2769871"/>
            <a:ext cx="5313045" cy="693420"/>
          </a:xfrm>
          <a:custGeom>
            <a:avLst/>
            <a:gdLst/>
            <a:ahLst/>
            <a:cxnLst/>
            <a:rect l="l" t="t" r="r" b="b"/>
            <a:pathLst>
              <a:path w="5313045" h="693420">
                <a:moveTo>
                  <a:pt x="76200" y="0"/>
                </a:moveTo>
                <a:lnTo>
                  <a:pt x="5236845" y="0"/>
                </a:lnTo>
                <a:cubicBezTo>
                  <a:pt x="5278929" y="0"/>
                  <a:pt x="5313045" y="34116"/>
                  <a:pt x="5313045" y="76200"/>
                </a:cubicBezTo>
                <a:lnTo>
                  <a:pt x="5313045" y="617220"/>
                </a:lnTo>
                <a:cubicBezTo>
                  <a:pt x="5313045" y="659304"/>
                  <a:pt x="5278929" y="693420"/>
                  <a:pt x="523684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" y="288798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40" y="2704590"/>
            <a:ext cx="38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E1E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2039" y="2874646"/>
            <a:ext cx="4733925" cy="457200"/>
          </a:xfrm>
          <a:prstGeom prst="rect">
            <a:avLst/>
          </a:prstGeom>
          <a:noFill/>
          <a:ln/>
        </p:spPr>
        <p:txBody>
          <a:bodyPr wrap="square" lIns="0" tIns="38100" rIns="0" bIns="0" rtlCol="0" anchor="b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Реализовать механизм категоризации доходов и расходов с возможностью добавления пользовательских категорий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4830" y="3547110"/>
            <a:ext cx="5313045" cy="693420"/>
          </a:xfrm>
          <a:custGeom>
            <a:avLst/>
            <a:gdLst/>
            <a:ahLst/>
            <a:cxnLst/>
            <a:rect l="l" t="t" r="r" b="b"/>
            <a:pathLst>
              <a:path w="5313045" h="693420">
                <a:moveTo>
                  <a:pt x="76200" y="0"/>
                </a:moveTo>
                <a:lnTo>
                  <a:pt x="5236845" y="0"/>
                </a:lnTo>
                <a:cubicBezTo>
                  <a:pt x="5278929" y="0"/>
                  <a:pt x="5313045" y="34116"/>
                  <a:pt x="5313045" y="76200"/>
                </a:cubicBezTo>
                <a:lnTo>
                  <a:pt x="5313045" y="617220"/>
                </a:lnTo>
                <a:cubicBezTo>
                  <a:pt x="5313045" y="659304"/>
                  <a:pt x="5278929" y="693420"/>
                  <a:pt x="523684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" y="366522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19" name="Text 17"/>
          <p:cNvSpPr/>
          <p:nvPr/>
        </p:nvSpPr>
        <p:spPr>
          <a:xfrm>
            <a:off x="624840" y="3490721"/>
            <a:ext cx="38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E1E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82040" y="3643313"/>
            <a:ext cx="4733925" cy="457200"/>
          </a:xfrm>
          <a:prstGeom prst="rect">
            <a:avLst/>
          </a:prstGeom>
          <a:noFill/>
          <a:ln/>
        </p:spPr>
        <p:txBody>
          <a:bodyPr wrap="square" lIns="0" tIns="38100" rIns="0" bIns="0" rtlCol="0" anchor="b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Внедрить систему фильтрации и анализа данных с визуализацией результатов в виде диаграмм и отчетов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810" y="4508333"/>
            <a:ext cx="5627370" cy="2177113"/>
          </a:xfrm>
          <a:custGeom>
            <a:avLst/>
            <a:gdLst/>
            <a:ahLst/>
            <a:cxnLst/>
            <a:rect l="l" t="t" r="r" b="b"/>
            <a:pathLst>
              <a:path w="5627370" h="2255520">
                <a:moveTo>
                  <a:pt x="114310" y="0"/>
                </a:moveTo>
                <a:lnTo>
                  <a:pt x="5513060" y="0"/>
                </a:lnTo>
                <a:cubicBezTo>
                  <a:pt x="5576192" y="0"/>
                  <a:pt x="5627370" y="51178"/>
                  <a:pt x="5627370" y="114310"/>
                </a:cubicBezTo>
                <a:lnTo>
                  <a:pt x="5627370" y="2141210"/>
                </a:lnTo>
                <a:cubicBezTo>
                  <a:pt x="5627370" y="2204342"/>
                  <a:pt x="5576192" y="2255520"/>
                  <a:pt x="5513060" y="2255520"/>
                </a:cubicBezTo>
                <a:lnTo>
                  <a:pt x="114310" y="2255520"/>
                </a:lnTo>
                <a:cubicBezTo>
                  <a:pt x="51178" y="2255520"/>
                  <a:pt x="0" y="2204342"/>
                  <a:pt x="0" y="214121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1020" y="46645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6745" y="477884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4" name="Text 22"/>
          <p:cNvSpPr/>
          <p:nvPr/>
        </p:nvSpPr>
        <p:spPr>
          <a:xfrm>
            <a:off x="1112520" y="4740742"/>
            <a:ext cx="3343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Функциональные требования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4830" y="5239852"/>
            <a:ext cx="2617470" cy="388620"/>
          </a:xfrm>
          <a:custGeom>
            <a:avLst/>
            <a:gdLst/>
            <a:ahLst/>
            <a:cxnLst/>
            <a:rect l="l" t="t" r="r" b="b"/>
            <a:pathLst>
              <a:path w="2617470" h="388620">
                <a:moveTo>
                  <a:pt x="76201" y="0"/>
                </a:moveTo>
                <a:lnTo>
                  <a:pt x="2541269" y="0"/>
                </a:lnTo>
                <a:cubicBezTo>
                  <a:pt x="2583354" y="0"/>
                  <a:pt x="2617470" y="34116"/>
                  <a:pt x="2617470" y="76201"/>
                </a:cubicBezTo>
                <a:lnTo>
                  <a:pt x="2617470" y="312419"/>
                </a:lnTo>
                <a:cubicBezTo>
                  <a:pt x="2617470" y="354504"/>
                  <a:pt x="2583354" y="388620"/>
                  <a:pt x="25412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3890" y="53579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891540" y="5319862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CRUD операций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42310" y="5239852"/>
            <a:ext cx="2617470" cy="388620"/>
          </a:xfrm>
          <a:custGeom>
            <a:avLst/>
            <a:gdLst/>
            <a:ahLst/>
            <a:cxnLst/>
            <a:rect l="l" t="t" r="r" b="b"/>
            <a:pathLst>
              <a:path w="2617470" h="388620">
                <a:moveTo>
                  <a:pt x="76201" y="0"/>
                </a:moveTo>
                <a:lnTo>
                  <a:pt x="2541269" y="0"/>
                </a:lnTo>
                <a:cubicBezTo>
                  <a:pt x="2583354" y="0"/>
                  <a:pt x="2617470" y="34116"/>
                  <a:pt x="2617470" y="76201"/>
                </a:cubicBezTo>
                <a:lnTo>
                  <a:pt x="2617470" y="312419"/>
                </a:lnTo>
                <a:cubicBezTo>
                  <a:pt x="2617470" y="354504"/>
                  <a:pt x="2583354" y="388620"/>
                  <a:pt x="25412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1845" y="535796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9420" y="11638"/>
                </a:moveTo>
                <a:lnTo>
                  <a:pt x="163532" y="56376"/>
                </a:lnTo>
                <a:cubicBezTo>
                  <a:pt x="171777" y="64740"/>
                  <a:pt x="171777" y="78135"/>
                  <a:pt x="163532" y="86499"/>
                </a:cubicBezTo>
                <a:lnTo>
                  <a:pt x="116979" y="133618"/>
                </a:lnTo>
                <a:cubicBezTo>
                  <a:pt x="114211" y="136416"/>
                  <a:pt x="109686" y="136446"/>
                  <a:pt x="106888" y="133677"/>
                </a:cubicBezTo>
                <a:cubicBezTo>
                  <a:pt x="104090" y="130909"/>
                  <a:pt x="104061" y="126385"/>
                  <a:pt x="106829" y="123587"/>
                </a:cubicBezTo>
                <a:lnTo>
                  <a:pt x="153382" y="76438"/>
                </a:lnTo>
                <a:cubicBezTo>
                  <a:pt x="156121" y="73670"/>
                  <a:pt x="156121" y="69175"/>
                  <a:pt x="153382" y="66407"/>
                </a:cubicBezTo>
                <a:lnTo>
                  <a:pt x="109240" y="21699"/>
                </a:lnTo>
                <a:cubicBezTo>
                  <a:pt x="106472" y="18901"/>
                  <a:pt x="106501" y="14377"/>
                  <a:pt x="109299" y="11609"/>
                </a:cubicBezTo>
                <a:cubicBezTo>
                  <a:pt x="112097" y="8840"/>
                  <a:pt x="116622" y="8870"/>
                  <a:pt x="119390" y="11668"/>
                </a:cubicBezTo>
                <a:close/>
                <a:moveTo>
                  <a:pt x="9555" y="68312"/>
                </a:moveTo>
                <a:lnTo>
                  <a:pt x="9555" y="28575"/>
                </a:lnTo>
                <a:cubicBezTo>
                  <a:pt x="9555" y="18068"/>
                  <a:pt x="18098" y="9525"/>
                  <a:pt x="28605" y="9525"/>
                </a:cubicBezTo>
                <a:lnTo>
                  <a:pt x="68342" y="9525"/>
                </a:lnTo>
                <a:cubicBezTo>
                  <a:pt x="73402" y="9525"/>
                  <a:pt x="78254" y="11519"/>
                  <a:pt x="81826" y="15091"/>
                </a:cubicBezTo>
                <a:lnTo>
                  <a:pt x="124688" y="57954"/>
                </a:lnTo>
                <a:cubicBezTo>
                  <a:pt x="132130" y="65395"/>
                  <a:pt x="132130" y="77450"/>
                  <a:pt x="124688" y="84892"/>
                </a:cubicBezTo>
                <a:lnTo>
                  <a:pt x="84951" y="124629"/>
                </a:lnTo>
                <a:cubicBezTo>
                  <a:pt x="77510" y="132070"/>
                  <a:pt x="65455" y="132070"/>
                  <a:pt x="58013" y="124629"/>
                </a:cubicBezTo>
                <a:lnTo>
                  <a:pt x="15151" y="81766"/>
                </a:lnTo>
                <a:cubicBezTo>
                  <a:pt x="11579" y="78194"/>
                  <a:pt x="9585" y="73343"/>
                  <a:pt x="9585" y="68282"/>
                </a:cubicBezTo>
                <a:close/>
                <a:moveTo>
                  <a:pt x="52417" y="42863"/>
                </a:moveTo>
                <a:cubicBezTo>
                  <a:pt x="52417" y="37606"/>
                  <a:pt x="48149" y="33338"/>
                  <a:pt x="42892" y="33338"/>
                </a:cubicBezTo>
                <a:cubicBezTo>
                  <a:pt x="37635" y="33338"/>
                  <a:pt x="33367" y="37606"/>
                  <a:pt x="33367" y="42863"/>
                </a:cubicBezTo>
                <a:cubicBezTo>
                  <a:pt x="33367" y="48119"/>
                  <a:pt x="37635" y="52388"/>
                  <a:pt x="42892" y="52388"/>
                </a:cubicBezTo>
                <a:cubicBezTo>
                  <a:pt x="48149" y="52388"/>
                  <a:pt x="52417" y="48119"/>
                  <a:pt x="52417" y="42863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0" name="Text 28"/>
          <p:cNvSpPr/>
          <p:nvPr/>
        </p:nvSpPr>
        <p:spPr>
          <a:xfrm>
            <a:off x="3589020" y="5319862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Управление категориями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4830" y="5712292"/>
            <a:ext cx="2617470" cy="388620"/>
          </a:xfrm>
          <a:custGeom>
            <a:avLst/>
            <a:gdLst/>
            <a:ahLst/>
            <a:cxnLst/>
            <a:rect l="l" t="t" r="r" b="b"/>
            <a:pathLst>
              <a:path w="2617470" h="388620">
                <a:moveTo>
                  <a:pt x="76201" y="0"/>
                </a:moveTo>
                <a:lnTo>
                  <a:pt x="2541269" y="0"/>
                </a:lnTo>
                <a:cubicBezTo>
                  <a:pt x="2583354" y="0"/>
                  <a:pt x="2617470" y="34116"/>
                  <a:pt x="2617470" y="76201"/>
                </a:cubicBezTo>
                <a:lnTo>
                  <a:pt x="2617470" y="312419"/>
                </a:lnTo>
                <a:cubicBezTo>
                  <a:pt x="2617470" y="354504"/>
                  <a:pt x="2583354" y="388620"/>
                  <a:pt x="25412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3890" y="58304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19050"/>
                </a:moveTo>
                <a:cubicBezTo>
                  <a:pt x="5685" y="19050"/>
                  <a:pt x="2203" y="21372"/>
                  <a:pt x="714" y="24944"/>
                </a:cubicBezTo>
                <a:cubicBezTo>
                  <a:pt x="-774" y="28515"/>
                  <a:pt x="60" y="32593"/>
                  <a:pt x="2798" y="35302"/>
                </a:cubicBezTo>
                <a:lnTo>
                  <a:pt x="57150" y="89684"/>
                </a:lnTo>
                <a:lnTo>
                  <a:pt x="57150" y="123825"/>
                </a:lnTo>
                <a:cubicBezTo>
                  <a:pt x="57150" y="126355"/>
                  <a:pt x="58162" y="128766"/>
                  <a:pt x="59948" y="130552"/>
                </a:cubicBezTo>
                <a:lnTo>
                  <a:pt x="78998" y="149602"/>
                </a:lnTo>
                <a:cubicBezTo>
                  <a:pt x="81736" y="152340"/>
                  <a:pt x="85814" y="153144"/>
                  <a:pt x="89386" y="151656"/>
                </a:cubicBezTo>
                <a:cubicBezTo>
                  <a:pt x="92958" y="150168"/>
                  <a:pt x="95250" y="146715"/>
                  <a:pt x="95250" y="142875"/>
                </a:cubicBezTo>
                <a:lnTo>
                  <a:pt x="95250" y="89684"/>
                </a:lnTo>
                <a:lnTo>
                  <a:pt x="149602" y="35332"/>
                </a:lnTo>
                <a:cubicBezTo>
                  <a:pt x="152340" y="32593"/>
                  <a:pt x="153144" y="28515"/>
                  <a:pt x="151656" y="24944"/>
                </a:cubicBezTo>
                <a:cubicBezTo>
                  <a:pt x="150168" y="21372"/>
                  <a:pt x="146715" y="19050"/>
                  <a:pt x="142875" y="19050"/>
                </a:cubicBezTo>
                <a:lnTo>
                  <a:pt x="9525" y="19050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3" name="Text 31"/>
          <p:cNvSpPr/>
          <p:nvPr/>
        </p:nvSpPr>
        <p:spPr>
          <a:xfrm>
            <a:off x="891540" y="5792303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Фильтрация по периодам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42310" y="5712292"/>
            <a:ext cx="2617470" cy="388620"/>
          </a:xfrm>
          <a:custGeom>
            <a:avLst/>
            <a:gdLst/>
            <a:ahLst/>
            <a:cxnLst/>
            <a:rect l="l" t="t" r="r" b="b"/>
            <a:pathLst>
              <a:path w="2617470" h="388620">
                <a:moveTo>
                  <a:pt x="76201" y="0"/>
                </a:moveTo>
                <a:lnTo>
                  <a:pt x="2541269" y="0"/>
                </a:lnTo>
                <a:cubicBezTo>
                  <a:pt x="2583354" y="0"/>
                  <a:pt x="2617470" y="34116"/>
                  <a:pt x="2617470" y="76201"/>
                </a:cubicBezTo>
                <a:lnTo>
                  <a:pt x="2617470" y="312419"/>
                </a:lnTo>
                <a:cubicBezTo>
                  <a:pt x="2617470" y="354504"/>
                  <a:pt x="2583354" y="388620"/>
                  <a:pt x="25412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1845" y="583040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6" name="Text 34"/>
          <p:cNvSpPr/>
          <p:nvPr/>
        </p:nvSpPr>
        <p:spPr>
          <a:xfrm>
            <a:off x="3589020" y="5792303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Круговая диаграмма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4830" y="6184733"/>
            <a:ext cx="2617470" cy="388620"/>
          </a:xfrm>
          <a:custGeom>
            <a:avLst/>
            <a:gdLst/>
            <a:ahLst/>
            <a:cxnLst/>
            <a:rect l="l" t="t" r="r" b="b"/>
            <a:pathLst>
              <a:path w="2617470" h="388620">
                <a:moveTo>
                  <a:pt x="76201" y="0"/>
                </a:moveTo>
                <a:lnTo>
                  <a:pt x="2541269" y="0"/>
                </a:lnTo>
                <a:cubicBezTo>
                  <a:pt x="2583354" y="0"/>
                  <a:pt x="2617470" y="34116"/>
                  <a:pt x="2617470" y="76201"/>
                </a:cubicBezTo>
                <a:lnTo>
                  <a:pt x="2617470" y="312419"/>
                </a:lnTo>
                <a:cubicBezTo>
                  <a:pt x="2617470" y="354504"/>
                  <a:pt x="2583354" y="388620"/>
                  <a:pt x="25412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3890" y="630284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7150"/>
                </a:lnTo>
                <a:cubicBezTo>
                  <a:pt x="152400" y="46643"/>
                  <a:pt x="143857" y="38100"/>
                  <a:pt x="133350" y="38100"/>
                </a:cubicBezTo>
                <a:lnTo>
                  <a:pt x="21431" y="38100"/>
                </a:lnTo>
                <a:cubicBezTo>
                  <a:pt x="17472" y="38100"/>
                  <a:pt x="14288" y="34915"/>
                  <a:pt x="14288" y="30956"/>
                </a:cubicBezTo>
                <a:cubicBezTo>
                  <a:pt x="14288" y="26997"/>
                  <a:pt x="17472" y="23813"/>
                  <a:pt x="21431" y="23813"/>
                </a:cubicBezTo>
                <a:lnTo>
                  <a:pt x="135731" y="23813"/>
                </a:lnTo>
                <a:cubicBezTo>
                  <a:pt x="139690" y="23813"/>
                  <a:pt x="142875" y="20628"/>
                  <a:pt x="142875" y="16669"/>
                </a:cubicBezTo>
                <a:cubicBezTo>
                  <a:pt x="142875" y="12710"/>
                  <a:pt x="139690" y="9525"/>
                  <a:pt x="135731" y="9525"/>
                </a:cubicBezTo>
                <a:lnTo>
                  <a:pt x="19050" y="9525"/>
                </a:lnTo>
                <a:close/>
                <a:moveTo>
                  <a:pt x="123825" y="76200"/>
                </a:moveTo>
                <a:cubicBezTo>
                  <a:pt x="129082" y="76200"/>
                  <a:pt x="133350" y="80468"/>
                  <a:pt x="133350" y="85725"/>
                </a:cubicBezTo>
                <a:cubicBezTo>
                  <a:pt x="133350" y="90982"/>
                  <a:pt x="129082" y="95250"/>
                  <a:pt x="123825" y="95250"/>
                </a:cubicBezTo>
                <a:cubicBezTo>
                  <a:pt x="118568" y="95250"/>
                  <a:pt x="114300" y="90982"/>
                  <a:pt x="114300" y="85725"/>
                </a:cubicBezTo>
                <a:cubicBezTo>
                  <a:pt x="114300" y="80468"/>
                  <a:pt x="118568" y="76200"/>
                  <a:pt x="123825" y="7620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9" name="Text 37"/>
          <p:cNvSpPr/>
          <p:nvPr/>
        </p:nvSpPr>
        <p:spPr>
          <a:xfrm>
            <a:off x="891540" y="6264742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Финансовая сводка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42310" y="6184733"/>
            <a:ext cx="2617470" cy="388620"/>
          </a:xfrm>
          <a:custGeom>
            <a:avLst/>
            <a:gdLst/>
            <a:ahLst/>
            <a:cxnLst/>
            <a:rect l="l" t="t" r="r" b="b"/>
            <a:pathLst>
              <a:path w="2617470" h="388620">
                <a:moveTo>
                  <a:pt x="76201" y="0"/>
                </a:moveTo>
                <a:lnTo>
                  <a:pt x="2541269" y="0"/>
                </a:lnTo>
                <a:cubicBezTo>
                  <a:pt x="2583354" y="0"/>
                  <a:pt x="2617470" y="34116"/>
                  <a:pt x="2617470" y="76201"/>
                </a:cubicBezTo>
                <a:lnTo>
                  <a:pt x="2617470" y="312419"/>
                </a:lnTo>
                <a:cubicBezTo>
                  <a:pt x="2617470" y="354504"/>
                  <a:pt x="2583354" y="388620"/>
                  <a:pt x="25412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31845" y="630284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117277" y="19050"/>
                  <a:pt x="142875" y="44648"/>
                  <a:pt x="142875" y="76200"/>
                </a:cubicBezTo>
                <a:cubicBezTo>
                  <a:pt x="142875" y="107752"/>
                  <a:pt x="117277" y="133350"/>
                  <a:pt x="85725" y="133350"/>
                </a:cubicBezTo>
                <a:cubicBezTo>
                  <a:pt x="66318" y="133350"/>
                  <a:pt x="49143" y="123676"/>
                  <a:pt x="38814" y="108853"/>
                </a:cubicBezTo>
                <a:cubicBezTo>
                  <a:pt x="35808" y="104537"/>
                  <a:pt x="29855" y="103495"/>
                  <a:pt x="25539" y="106501"/>
                </a:cubicBezTo>
                <a:cubicBezTo>
                  <a:pt x="21223" y="109508"/>
                  <a:pt x="20181" y="115461"/>
                  <a:pt x="23187" y="119777"/>
                </a:cubicBezTo>
                <a:cubicBezTo>
                  <a:pt x="36939" y="139482"/>
                  <a:pt x="59829" y="152400"/>
                  <a:pt x="85725" y="152400"/>
                </a:cubicBezTo>
                <a:cubicBezTo>
                  <a:pt x="127814" y="152400"/>
                  <a:pt x="161925" y="118289"/>
                  <a:pt x="161925" y="76200"/>
                </a:cubicBezTo>
                <a:cubicBezTo>
                  <a:pt x="161925" y="34111"/>
                  <a:pt x="127814" y="0"/>
                  <a:pt x="85725" y="0"/>
                </a:cubicBezTo>
                <a:cubicBezTo>
                  <a:pt x="60216" y="0"/>
                  <a:pt x="37654" y="12531"/>
                  <a:pt x="23813" y="31760"/>
                </a:cubicBezTo>
                <a:lnTo>
                  <a:pt x="23813" y="23813"/>
                </a:lnTo>
                <a:cubicBezTo>
                  <a:pt x="23813" y="18544"/>
                  <a:pt x="19556" y="14288"/>
                  <a:pt x="14288" y="14288"/>
                </a:cubicBezTo>
                <a:cubicBezTo>
                  <a:pt x="9019" y="14288"/>
                  <a:pt x="4763" y="18544"/>
                  <a:pt x="4763" y="23813"/>
                </a:cubicBezTo>
                <a:lnTo>
                  <a:pt x="4763" y="57150"/>
                </a:lnTo>
                <a:cubicBezTo>
                  <a:pt x="4763" y="62419"/>
                  <a:pt x="9019" y="66675"/>
                  <a:pt x="14288" y="66675"/>
                </a:cubicBezTo>
                <a:lnTo>
                  <a:pt x="21610" y="66675"/>
                </a:lnTo>
                <a:cubicBezTo>
                  <a:pt x="21759" y="66675"/>
                  <a:pt x="21908" y="66675"/>
                  <a:pt x="22056" y="66675"/>
                </a:cubicBezTo>
                <a:lnTo>
                  <a:pt x="47655" y="66675"/>
                </a:lnTo>
                <a:cubicBezTo>
                  <a:pt x="52923" y="66675"/>
                  <a:pt x="57180" y="62419"/>
                  <a:pt x="57180" y="57150"/>
                </a:cubicBezTo>
                <a:cubicBezTo>
                  <a:pt x="57180" y="51881"/>
                  <a:pt x="52923" y="47625"/>
                  <a:pt x="47655" y="47625"/>
                </a:cubicBezTo>
                <a:lnTo>
                  <a:pt x="36255" y="47625"/>
                </a:lnTo>
                <a:cubicBezTo>
                  <a:pt x="46107" y="30540"/>
                  <a:pt x="64591" y="19050"/>
                  <a:pt x="85725" y="19050"/>
                </a:cubicBezTo>
                <a:close/>
                <a:moveTo>
                  <a:pt x="92869" y="45244"/>
                </a:moveTo>
                <a:cubicBezTo>
                  <a:pt x="92869" y="41285"/>
                  <a:pt x="89684" y="38100"/>
                  <a:pt x="85725" y="38100"/>
                </a:cubicBezTo>
                <a:cubicBezTo>
                  <a:pt x="81766" y="38100"/>
                  <a:pt x="78581" y="41285"/>
                  <a:pt x="78581" y="45244"/>
                </a:cubicBezTo>
                <a:lnTo>
                  <a:pt x="78581" y="76200"/>
                </a:lnTo>
                <a:cubicBezTo>
                  <a:pt x="78581" y="78105"/>
                  <a:pt x="79325" y="79921"/>
                  <a:pt x="80665" y="81260"/>
                </a:cubicBezTo>
                <a:lnTo>
                  <a:pt x="102096" y="102691"/>
                </a:lnTo>
                <a:cubicBezTo>
                  <a:pt x="104894" y="105489"/>
                  <a:pt x="109418" y="105489"/>
                  <a:pt x="112187" y="102691"/>
                </a:cubicBezTo>
                <a:cubicBezTo>
                  <a:pt x="114955" y="99893"/>
                  <a:pt x="114985" y="95369"/>
                  <a:pt x="112187" y="92601"/>
                </a:cubicBezTo>
                <a:lnTo>
                  <a:pt x="92839" y="73253"/>
                </a:lnTo>
                <a:lnTo>
                  <a:pt x="92839" y="45244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2" name="Text 40"/>
          <p:cNvSpPr/>
          <p:nvPr/>
        </p:nvSpPr>
        <p:spPr>
          <a:xfrm>
            <a:off x="3589020" y="6264742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История операций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76010" y="1261110"/>
            <a:ext cx="5627370" cy="3912870"/>
          </a:xfrm>
          <a:custGeom>
            <a:avLst/>
            <a:gdLst/>
            <a:ahLst/>
            <a:cxnLst/>
            <a:rect l="l" t="t" r="r" b="b"/>
            <a:pathLst>
              <a:path w="5627370" h="3912870">
                <a:moveTo>
                  <a:pt x="114295" y="0"/>
                </a:moveTo>
                <a:lnTo>
                  <a:pt x="5513075" y="0"/>
                </a:lnTo>
                <a:cubicBezTo>
                  <a:pt x="5576198" y="0"/>
                  <a:pt x="5627370" y="51172"/>
                  <a:pt x="5627370" y="114295"/>
                </a:cubicBezTo>
                <a:lnTo>
                  <a:pt x="5627370" y="3798575"/>
                </a:lnTo>
                <a:cubicBezTo>
                  <a:pt x="5627370" y="3861698"/>
                  <a:pt x="5576198" y="3912870"/>
                  <a:pt x="5513075" y="3912870"/>
                </a:cubicBezTo>
                <a:lnTo>
                  <a:pt x="114295" y="3912870"/>
                </a:lnTo>
                <a:cubicBezTo>
                  <a:pt x="51172" y="3912870"/>
                  <a:pt x="0" y="3861698"/>
                  <a:pt x="0" y="379857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322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46520" y="15316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6385" y="28575"/>
                  <a:pt x="0" y="34960"/>
                  <a:pt x="0" y="42863"/>
                </a:cubicBezTo>
                <a:cubicBezTo>
                  <a:pt x="0" y="50765"/>
                  <a:pt x="6385" y="57150"/>
                  <a:pt x="14288" y="57150"/>
                </a:cubicBezTo>
                <a:lnTo>
                  <a:pt x="52998" y="57150"/>
                </a:lnTo>
                <a:cubicBezTo>
                  <a:pt x="58489" y="69786"/>
                  <a:pt x="71080" y="78581"/>
                  <a:pt x="85725" y="78581"/>
                </a:cubicBezTo>
                <a:cubicBezTo>
                  <a:pt x="100370" y="78581"/>
                  <a:pt x="112961" y="69786"/>
                  <a:pt x="118452" y="57150"/>
                </a:cubicBezTo>
                <a:lnTo>
                  <a:pt x="214313" y="57150"/>
                </a:lnTo>
                <a:cubicBezTo>
                  <a:pt x="222215" y="57150"/>
                  <a:pt x="228600" y="50765"/>
                  <a:pt x="228600" y="42863"/>
                </a:cubicBezTo>
                <a:cubicBezTo>
                  <a:pt x="228600" y="34960"/>
                  <a:pt x="222215" y="28575"/>
                  <a:pt x="214313" y="28575"/>
                </a:cubicBezTo>
                <a:lnTo>
                  <a:pt x="118452" y="28575"/>
                </a:lnTo>
                <a:cubicBezTo>
                  <a:pt x="112961" y="15939"/>
                  <a:pt x="100370" y="7144"/>
                  <a:pt x="85725" y="7144"/>
                </a:cubicBezTo>
                <a:cubicBezTo>
                  <a:pt x="71080" y="7144"/>
                  <a:pt x="58489" y="15939"/>
                  <a:pt x="52998" y="28575"/>
                </a:cubicBezTo>
                <a:lnTo>
                  <a:pt x="14288" y="28575"/>
                </a:lnTo>
                <a:close/>
                <a:moveTo>
                  <a:pt x="14288" y="100013"/>
                </a:move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24435" y="128588"/>
                </a:lnTo>
                <a:cubicBezTo>
                  <a:pt x="129927" y="141223"/>
                  <a:pt x="142518" y="150019"/>
                  <a:pt x="157163" y="150019"/>
                </a:cubicBezTo>
                <a:cubicBezTo>
                  <a:pt x="171807" y="150019"/>
                  <a:pt x="184398" y="141223"/>
                  <a:pt x="189890" y="128588"/>
                </a:cubicBez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189890" y="100013"/>
                </a:lnTo>
                <a:cubicBezTo>
                  <a:pt x="184398" y="87377"/>
                  <a:pt x="171807" y="78581"/>
                  <a:pt x="157163" y="78581"/>
                </a:cubicBezTo>
                <a:cubicBezTo>
                  <a:pt x="142518" y="78581"/>
                  <a:pt x="129927" y="87377"/>
                  <a:pt x="124435" y="100013"/>
                </a:cubicBezTo>
                <a:lnTo>
                  <a:pt x="14288" y="100013"/>
                </a:lnTo>
                <a:close/>
                <a:moveTo>
                  <a:pt x="14288" y="171450"/>
                </a:moveTo>
                <a:cubicBezTo>
                  <a:pt x="6385" y="171450"/>
                  <a:pt x="0" y="177835"/>
                  <a:pt x="0" y="185738"/>
                </a:cubicBezTo>
                <a:cubicBezTo>
                  <a:pt x="0" y="193640"/>
                  <a:pt x="6385" y="200025"/>
                  <a:pt x="14288" y="200025"/>
                </a:cubicBezTo>
                <a:lnTo>
                  <a:pt x="38710" y="200025"/>
                </a:lnTo>
                <a:cubicBezTo>
                  <a:pt x="44202" y="212661"/>
                  <a:pt x="56793" y="221456"/>
                  <a:pt x="71438" y="221456"/>
                </a:cubicBezTo>
                <a:cubicBezTo>
                  <a:pt x="86082" y="221456"/>
                  <a:pt x="98673" y="212661"/>
                  <a:pt x="104165" y="200025"/>
                </a:cubicBez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ubicBezTo>
                  <a:pt x="228600" y="177835"/>
                  <a:pt x="222215" y="171450"/>
                  <a:pt x="214313" y="171450"/>
                </a:cubicBezTo>
                <a:lnTo>
                  <a:pt x="104165" y="171450"/>
                </a:lnTo>
                <a:cubicBezTo>
                  <a:pt x="98673" y="158814"/>
                  <a:pt x="86082" y="150019"/>
                  <a:pt x="71438" y="150019"/>
                </a:cubicBezTo>
                <a:cubicBezTo>
                  <a:pt x="56793" y="150019"/>
                  <a:pt x="44202" y="158814"/>
                  <a:pt x="38710" y="171450"/>
                </a:cubicBezTo>
                <a:lnTo>
                  <a:pt x="14288" y="171450"/>
                </a:ln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46" name="Text 44"/>
          <p:cNvSpPr/>
          <p:nvPr/>
        </p:nvSpPr>
        <p:spPr>
          <a:xfrm>
            <a:off x="6903720" y="1493520"/>
            <a:ext cx="3600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Нефункциональные требования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36030" y="1992630"/>
            <a:ext cx="5313045" cy="693420"/>
          </a:xfrm>
          <a:custGeom>
            <a:avLst/>
            <a:gdLst/>
            <a:ahLst/>
            <a:cxnLst/>
            <a:rect l="l" t="t" r="r" b="b"/>
            <a:pathLst>
              <a:path w="5313045" h="693420">
                <a:moveTo>
                  <a:pt x="76200" y="0"/>
                </a:moveTo>
                <a:lnTo>
                  <a:pt x="5236845" y="0"/>
                </a:lnTo>
                <a:cubicBezTo>
                  <a:pt x="5278929" y="0"/>
                  <a:pt x="5313045" y="34116"/>
                  <a:pt x="5313045" y="76200"/>
                </a:cubicBezTo>
                <a:lnTo>
                  <a:pt x="5313045" y="617220"/>
                </a:lnTo>
                <a:cubicBezTo>
                  <a:pt x="5313045" y="659304"/>
                  <a:pt x="5278929" y="693420"/>
                  <a:pt x="523684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54140" y="2110741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Кроссплатформенность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357610" y="21488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04775"/>
                </a:lnTo>
                <a:cubicBezTo>
                  <a:pt x="0" y="115282"/>
                  <a:pt x="8543" y="123825"/>
                  <a:pt x="19050" y="123825"/>
                </a:cubicBezTo>
                <a:lnTo>
                  <a:pt x="61912" y="123825"/>
                </a:lnTo>
                <a:lnTo>
                  <a:pt x="57150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116681" y="152400"/>
                </a:lnTo>
                <a:cubicBezTo>
                  <a:pt x="120640" y="152400"/>
                  <a:pt x="123825" y="149215"/>
                  <a:pt x="123825" y="145256"/>
                </a:cubicBezTo>
                <a:cubicBezTo>
                  <a:pt x="123825" y="141297"/>
                  <a:pt x="120640" y="138113"/>
                  <a:pt x="116681" y="138113"/>
                </a:cubicBezTo>
                <a:lnTo>
                  <a:pt x="95250" y="138113"/>
                </a:lnTo>
                <a:lnTo>
                  <a:pt x="90488" y="123825"/>
                </a:lnTo>
                <a:lnTo>
                  <a:pt x="133350" y="123825"/>
                </a:lnTo>
                <a:cubicBezTo>
                  <a:pt x="143857" y="123825"/>
                  <a:pt x="152400" y="115282"/>
                  <a:pt x="152400" y="104775"/>
                </a:cubicBezTo>
                <a:lnTo>
                  <a:pt x="152400" y="28575"/>
                </a:lnTo>
                <a:cubicBezTo>
                  <a:pt x="152400" y="18068"/>
                  <a:pt x="143857" y="9525"/>
                  <a:pt x="133350" y="9525"/>
                </a:cubicBezTo>
                <a:lnTo>
                  <a:pt x="19050" y="9525"/>
                </a:lnTo>
                <a:close/>
                <a:moveTo>
                  <a:pt x="28575" y="28575"/>
                </a:move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85725"/>
                </a:lnTo>
                <a:cubicBezTo>
                  <a:pt x="133350" y="90994"/>
                  <a:pt x="129094" y="95250"/>
                  <a:pt x="123825" y="95250"/>
                </a:cubicBezTo>
                <a:lnTo>
                  <a:pt x="28575" y="95250"/>
                </a:lnTo>
                <a:cubicBezTo>
                  <a:pt x="23306" y="95250"/>
                  <a:pt x="19050" y="90994"/>
                  <a:pt x="19050" y="85725"/>
                </a:cubicBezTo>
                <a:lnTo>
                  <a:pt x="19050" y="38100"/>
                </a:lnTo>
                <a:cubicBezTo>
                  <a:pt x="19050" y="32831"/>
                  <a:pt x="23306" y="28575"/>
                  <a:pt x="28575" y="28575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50" name="Text 48"/>
          <p:cNvSpPr/>
          <p:nvPr/>
        </p:nvSpPr>
        <p:spPr>
          <a:xfrm>
            <a:off x="6454140" y="2377441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Windows 10+, macOS 11+, Linux с JRE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36030" y="2769871"/>
            <a:ext cx="5313045" cy="693420"/>
          </a:xfrm>
          <a:custGeom>
            <a:avLst/>
            <a:gdLst/>
            <a:ahLst/>
            <a:cxnLst/>
            <a:rect l="l" t="t" r="r" b="b"/>
            <a:pathLst>
              <a:path w="5313045" h="693420">
                <a:moveTo>
                  <a:pt x="76200" y="0"/>
                </a:moveTo>
                <a:lnTo>
                  <a:pt x="5236845" y="0"/>
                </a:lnTo>
                <a:cubicBezTo>
                  <a:pt x="5278929" y="0"/>
                  <a:pt x="5313045" y="34116"/>
                  <a:pt x="5313045" y="76200"/>
                </a:cubicBezTo>
                <a:lnTo>
                  <a:pt x="5313045" y="617220"/>
                </a:lnTo>
                <a:cubicBezTo>
                  <a:pt x="5313045" y="659304"/>
                  <a:pt x="5278929" y="693420"/>
                  <a:pt x="523684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54140" y="2887980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Производительность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357610" y="29260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4" name="Text 52"/>
          <p:cNvSpPr/>
          <p:nvPr/>
        </p:nvSpPr>
        <p:spPr>
          <a:xfrm>
            <a:off x="6454140" y="3154680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Отклик &lt;500мс, запуск &lt;3 сек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36030" y="3547110"/>
            <a:ext cx="5313045" cy="693420"/>
          </a:xfrm>
          <a:custGeom>
            <a:avLst/>
            <a:gdLst/>
            <a:ahLst/>
            <a:cxnLst/>
            <a:rect l="l" t="t" r="r" b="b"/>
            <a:pathLst>
              <a:path w="5313045" h="693420">
                <a:moveTo>
                  <a:pt x="76200" y="0"/>
                </a:moveTo>
                <a:lnTo>
                  <a:pt x="5236845" y="0"/>
                </a:lnTo>
                <a:cubicBezTo>
                  <a:pt x="5278929" y="0"/>
                  <a:pt x="5313045" y="34116"/>
                  <a:pt x="5313045" y="76200"/>
                </a:cubicBezTo>
                <a:lnTo>
                  <a:pt x="5313045" y="617220"/>
                </a:lnTo>
                <a:cubicBezTo>
                  <a:pt x="5313045" y="659304"/>
                  <a:pt x="5278929" y="693420"/>
                  <a:pt x="523684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54140" y="366522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Надежность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357610" y="37033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58" name="Text 56"/>
          <p:cNvSpPr/>
          <p:nvPr/>
        </p:nvSpPr>
        <p:spPr>
          <a:xfrm>
            <a:off x="6454140" y="3931920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Корректное завершение, целостность данных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36030" y="4324351"/>
            <a:ext cx="5313045" cy="693420"/>
          </a:xfrm>
          <a:custGeom>
            <a:avLst/>
            <a:gdLst/>
            <a:ahLst/>
            <a:cxnLst/>
            <a:rect l="l" t="t" r="r" b="b"/>
            <a:pathLst>
              <a:path w="5313045" h="693420">
                <a:moveTo>
                  <a:pt x="76200" y="0"/>
                </a:moveTo>
                <a:lnTo>
                  <a:pt x="5236845" y="0"/>
                </a:lnTo>
                <a:cubicBezTo>
                  <a:pt x="5278929" y="0"/>
                  <a:pt x="5313045" y="34116"/>
                  <a:pt x="5313045" y="76200"/>
                </a:cubicBezTo>
                <a:lnTo>
                  <a:pt x="5313045" y="617220"/>
                </a:lnTo>
                <a:cubicBezTo>
                  <a:pt x="5313045" y="659304"/>
                  <a:pt x="5278929" y="693420"/>
                  <a:pt x="523684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54140" y="4442461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Безопасность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376660" y="448056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2" name="Text 60"/>
          <p:cNvSpPr/>
          <p:nvPr/>
        </p:nvSpPr>
        <p:spPr>
          <a:xfrm>
            <a:off x="6454140" y="4709161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Защита от SQL-инъекций, локальное хранение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79822" y="5271135"/>
            <a:ext cx="5627370" cy="1474470"/>
          </a:xfrm>
          <a:custGeom>
            <a:avLst/>
            <a:gdLst/>
            <a:ahLst/>
            <a:cxnLst/>
            <a:rect l="l" t="t" r="r" b="b"/>
            <a:pathLst>
              <a:path w="5627370" h="1474470">
                <a:moveTo>
                  <a:pt x="114301" y="0"/>
                </a:moveTo>
                <a:lnTo>
                  <a:pt x="5513069" y="0"/>
                </a:lnTo>
                <a:cubicBezTo>
                  <a:pt x="5576196" y="0"/>
                  <a:pt x="5627370" y="51174"/>
                  <a:pt x="5627370" y="114301"/>
                </a:cubicBezTo>
                <a:lnTo>
                  <a:pt x="5627370" y="1360169"/>
                </a:lnTo>
                <a:cubicBezTo>
                  <a:pt x="5627370" y="1423296"/>
                  <a:pt x="5576196" y="1474470"/>
                  <a:pt x="5513069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20000"/>
                </a:srgbClr>
              </a:gs>
              <a:gs pos="100000">
                <a:srgbClr val="2176FF">
                  <a:alpha val="20000"/>
                </a:srgbClr>
              </a:gs>
            </a:gsLst>
            <a:lin ang="2700000" scaled="1"/>
          </a:gradFill>
          <a:ln w="1016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09851" y="542734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73794" y="17859"/>
                </a:moveTo>
                <a:lnTo>
                  <a:pt x="178594" y="17859"/>
                </a:lnTo>
                <a:cubicBezTo>
                  <a:pt x="198295" y="17859"/>
                  <a:pt x="214313" y="33877"/>
                  <a:pt x="214313" y="53578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53578"/>
                </a:lnTo>
                <a:cubicBezTo>
                  <a:pt x="0" y="33877"/>
                  <a:pt x="16018" y="17859"/>
                  <a:pt x="35719" y="17859"/>
                </a:cubicBezTo>
                <a:lnTo>
                  <a:pt x="40518" y="17859"/>
                </a:lnTo>
                <a:cubicBezTo>
                  <a:pt x="46658" y="7200"/>
                  <a:pt x="58210" y="0"/>
                  <a:pt x="71438" y="0"/>
                </a:cubicBezTo>
                <a:lnTo>
                  <a:pt x="142875" y="0"/>
                </a:lnTo>
                <a:cubicBezTo>
                  <a:pt x="156102" y="0"/>
                  <a:pt x="167655" y="7200"/>
                  <a:pt x="173794" y="17859"/>
                </a:cubicBezTo>
                <a:close/>
                <a:moveTo>
                  <a:pt x="138410" y="62508"/>
                </a:moveTo>
                <a:cubicBezTo>
                  <a:pt x="145833" y="62508"/>
                  <a:pt x="151805" y="56536"/>
                  <a:pt x="151805" y="49113"/>
                </a:cubicBezTo>
                <a:cubicBezTo>
                  <a:pt x="151805" y="41690"/>
                  <a:pt x="145833" y="35719"/>
                  <a:pt x="138410" y="35719"/>
                </a:cubicBezTo>
                <a:lnTo>
                  <a:pt x="75902" y="35719"/>
                </a:lnTo>
                <a:cubicBezTo>
                  <a:pt x="68480" y="35719"/>
                  <a:pt x="62508" y="41690"/>
                  <a:pt x="62508" y="49113"/>
                </a:cubicBezTo>
                <a:cubicBezTo>
                  <a:pt x="62508" y="56536"/>
                  <a:pt x="68480" y="62508"/>
                  <a:pt x="75902" y="62508"/>
                </a:cubicBezTo>
                <a:lnTo>
                  <a:pt x="138410" y="62508"/>
                </a:lnTo>
                <a:close/>
                <a:moveTo>
                  <a:pt x="154260" y="145498"/>
                </a:moveTo>
                <a:cubicBezTo>
                  <a:pt x="158167" y="139247"/>
                  <a:pt x="156270" y="130987"/>
                  <a:pt x="150019" y="127025"/>
                </a:cubicBezTo>
                <a:cubicBezTo>
                  <a:pt x="143768" y="123062"/>
                  <a:pt x="135508" y="125016"/>
                  <a:pt x="131545" y="131266"/>
                </a:cubicBezTo>
                <a:lnTo>
                  <a:pt x="97278" y="186128"/>
                </a:lnTo>
                <a:lnTo>
                  <a:pt x="82209" y="166036"/>
                </a:lnTo>
                <a:cubicBezTo>
                  <a:pt x="77744" y="160120"/>
                  <a:pt x="69373" y="158893"/>
                  <a:pt x="63457" y="163357"/>
                </a:cubicBezTo>
                <a:cubicBezTo>
                  <a:pt x="57541" y="167822"/>
                  <a:pt x="56313" y="176194"/>
                  <a:pt x="60778" y="182110"/>
                </a:cubicBezTo>
                <a:lnTo>
                  <a:pt x="87567" y="217829"/>
                </a:lnTo>
                <a:cubicBezTo>
                  <a:pt x="90190" y="221345"/>
                  <a:pt x="94431" y="223354"/>
                  <a:pt x="98840" y="223186"/>
                </a:cubicBezTo>
                <a:cubicBezTo>
                  <a:pt x="103250" y="223019"/>
                  <a:pt x="107268" y="220675"/>
                  <a:pt x="109612" y="216880"/>
                </a:cubicBezTo>
                <a:lnTo>
                  <a:pt x="154260" y="145442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65" name="Text 63"/>
          <p:cNvSpPr/>
          <p:nvPr/>
        </p:nvSpPr>
        <p:spPr>
          <a:xfrm>
            <a:off x="6807519" y="5436870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Результаты тестирования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36032" y="5827395"/>
            <a:ext cx="2600325" cy="762000"/>
          </a:xfrm>
          <a:custGeom>
            <a:avLst/>
            <a:gdLst/>
            <a:ahLst/>
            <a:cxnLst/>
            <a:rect l="l" t="t" r="r" b="b"/>
            <a:pathLst>
              <a:path w="2600325" h="762000">
                <a:moveTo>
                  <a:pt x="76200" y="0"/>
                </a:moveTo>
                <a:lnTo>
                  <a:pt x="2524125" y="0"/>
                </a:lnTo>
                <a:cubicBezTo>
                  <a:pt x="2566181" y="0"/>
                  <a:pt x="2600325" y="34144"/>
                  <a:pt x="2600325" y="76200"/>
                </a:cubicBezTo>
                <a:lnTo>
                  <a:pt x="2600325" y="685800"/>
                </a:lnTo>
                <a:cubicBezTo>
                  <a:pt x="2600325" y="727856"/>
                  <a:pt x="2566181" y="762000"/>
                  <a:pt x="25241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1E1E">
              <a:alpha val="5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378894" y="5941695"/>
            <a:ext cx="2514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14/14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416994" y="6284595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Требований выполнено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052562" y="5827395"/>
            <a:ext cx="2600325" cy="762000"/>
          </a:xfrm>
          <a:custGeom>
            <a:avLst/>
            <a:gdLst/>
            <a:ahLst/>
            <a:cxnLst/>
            <a:rect l="l" t="t" r="r" b="b"/>
            <a:pathLst>
              <a:path w="2600325" h="762000">
                <a:moveTo>
                  <a:pt x="76200" y="0"/>
                </a:moveTo>
                <a:lnTo>
                  <a:pt x="2524125" y="0"/>
                </a:lnTo>
                <a:cubicBezTo>
                  <a:pt x="2566181" y="0"/>
                  <a:pt x="2600325" y="34144"/>
                  <a:pt x="2600325" y="76200"/>
                </a:cubicBezTo>
                <a:lnTo>
                  <a:pt x="2600325" y="685800"/>
                </a:lnTo>
                <a:cubicBezTo>
                  <a:pt x="2600325" y="727856"/>
                  <a:pt x="2566181" y="762000"/>
                  <a:pt x="25241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1E1E">
              <a:alpha val="5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9095425" y="5941695"/>
            <a:ext cx="2514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10/10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133525" y="6284595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Тестов пройдено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754" y="415529"/>
            <a:ext cx="37775" cy="302203"/>
          </a:xfrm>
          <a:custGeom>
            <a:avLst/>
            <a:gdLst/>
            <a:ahLst/>
            <a:cxnLst/>
            <a:rect l="l" t="t" r="r" b="b"/>
            <a:pathLst>
              <a:path w="37775" h="302203">
                <a:moveTo>
                  <a:pt x="18888" y="0"/>
                </a:moveTo>
                <a:lnTo>
                  <a:pt x="18888" y="0"/>
                </a:lnTo>
                <a:cubicBezTo>
                  <a:pt x="29319" y="0"/>
                  <a:pt x="37775" y="8456"/>
                  <a:pt x="37775" y="18888"/>
                </a:cubicBezTo>
                <a:lnTo>
                  <a:pt x="37775" y="283315"/>
                </a:lnTo>
                <a:cubicBezTo>
                  <a:pt x="37775" y="293740"/>
                  <a:pt x="29312" y="302203"/>
                  <a:pt x="18888" y="302203"/>
                </a:cubicBezTo>
                <a:lnTo>
                  <a:pt x="18888" y="302203"/>
                </a:lnTo>
                <a:cubicBezTo>
                  <a:pt x="8463" y="302203"/>
                  <a:pt x="0" y="293740"/>
                  <a:pt x="0" y="283315"/>
                </a:cubicBezTo>
                <a:lnTo>
                  <a:pt x="0" y="18888"/>
                </a:lnTo>
                <a:cubicBezTo>
                  <a:pt x="0" y="8456"/>
                  <a:pt x="8456" y="0"/>
                  <a:pt x="18888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3" name="Text 1"/>
          <p:cNvSpPr/>
          <p:nvPr/>
        </p:nvSpPr>
        <p:spPr>
          <a:xfrm>
            <a:off x="528855" y="377754"/>
            <a:ext cx="6025171" cy="37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7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программного продукта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8855" y="831058"/>
            <a:ext cx="11370386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Многослойная архитектура MVVM для десктопного приложения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531" y="1250365"/>
            <a:ext cx="4474492" cy="3142911"/>
          </a:xfrm>
          <a:custGeom>
            <a:avLst/>
            <a:gdLst/>
            <a:ahLst/>
            <a:cxnLst/>
            <a:rect l="l" t="t" r="r" b="b"/>
            <a:pathLst>
              <a:path w="4474492" h="3142911">
                <a:moveTo>
                  <a:pt x="113333" y="0"/>
                </a:moveTo>
                <a:lnTo>
                  <a:pt x="4361159" y="0"/>
                </a:lnTo>
                <a:cubicBezTo>
                  <a:pt x="4423751" y="0"/>
                  <a:pt x="4474492" y="50741"/>
                  <a:pt x="4474492" y="113333"/>
                </a:cubicBezTo>
                <a:lnTo>
                  <a:pt x="4474492" y="3029577"/>
                </a:lnTo>
                <a:cubicBezTo>
                  <a:pt x="4474492" y="3092170"/>
                  <a:pt x="4423751" y="3142911"/>
                  <a:pt x="4361159" y="3142911"/>
                </a:cubicBezTo>
                <a:lnTo>
                  <a:pt x="113333" y="3142911"/>
                </a:lnTo>
                <a:cubicBezTo>
                  <a:pt x="50741" y="3142911"/>
                  <a:pt x="0" y="3092170"/>
                  <a:pt x="0" y="3029577"/>
                </a:cubicBezTo>
                <a:lnTo>
                  <a:pt x="0" y="113333"/>
                </a:lnTo>
                <a:cubicBezTo>
                  <a:pt x="0" y="50741"/>
                  <a:pt x="50741" y="0"/>
                  <a:pt x="113333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6410" y="1405244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75552" y="0"/>
                </a:moveTo>
                <a:lnTo>
                  <a:pt x="377752" y="0"/>
                </a:lnTo>
                <a:cubicBezTo>
                  <a:pt x="419451" y="0"/>
                  <a:pt x="453304" y="33854"/>
                  <a:pt x="453304" y="75552"/>
                </a:cubicBezTo>
                <a:lnTo>
                  <a:pt x="453304" y="377752"/>
                </a:lnTo>
                <a:cubicBezTo>
                  <a:pt x="453304" y="419451"/>
                  <a:pt x="419451" y="453304"/>
                  <a:pt x="377752" y="453304"/>
                </a:cubicBezTo>
                <a:lnTo>
                  <a:pt x="75552" y="453304"/>
                </a:lnTo>
                <a:cubicBezTo>
                  <a:pt x="33854" y="453304"/>
                  <a:pt x="0" y="419451"/>
                  <a:pt x="0" y="37775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9736" y="1518570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84995" y="28332"/>
                </a:moveTo>
                <a:cubicBezTo>
                  <a:pt x="84995" y="20496"/>
                  <a:pt x="91325" y="14166"/>
                  <a:pt x="99160" y="14166"/>
                </a:cubicBezTo>
                <a:lnTo>
                  <a:pt x="127492" y="14166"/>
                </a:lnTo>
                <a:cubicBezTo>
                  <a:pt x="135327" y="14166"/>
                  <a:pt x="141658" y="20496"/>
                  <a:pt x="141658" y="28332"/>
                </a:cubicBezTo>
                <a:lnTo>
                  <a:pt x="141658" y="56663"/>
                </a:lnTo>
                <a:cubicBezTo>
                  <a:pt x="141658" y="64498"/>
                  <a:pt x="135327" y="70829"/>
                  <a:pt x="127492" y="70829"/>
                </a:cubicBezTo>
                <a:lnTo>
                  <a:pt x="123950" y="70829"/>
                </a:lnTo>
                <a:lnTo>
                  <a:pt x="123950" y="99160"/>
                </a:lnTo>
                <a:lnTo>
                  <a:pt x="177072" y="99160"/>
                </a:lnTo>
                <a:cubicBezTo>
                  <a:pt x="194691" y="99160"/>
                  <a:pt x="208945" y="113415"/>
                  <a:pt x="208945" y="131033"/>
                </a:cubicBezTo>
                <a:lnTo>
                  <a:pt x="208945" y="155823"/>
                </a:lnTo>
                <a:lnTo>
                  <a:pt x="212486" y="155823"/>
                </a:lnTo>
                <a:cubicBezTo>
                  <a:pt x="220322" y="155823"/>
                  <a:pt x="226652" y="162154"/>
                  <a:pt x="226652" y="169989"/>
                </a:cubicBezTo>
                <a:lnTo>
                  <a:pt x="226652" y="198321"/>
                </a:lnTo>
                <a:cubicBezTo>
                  <a:pt x="226652" y="206156"/>
                  <a:pt x="220322" y="212486"/>
                  <a:pt x="212486" y="212486"/>
                </a:cubicBezTo>
                <a:lnTo>
                  <a:pt x="184155" y="212486"/>
                </a:lnTo>
                <a:cubicBezTo>
                  <a:pt x="176319" y="212486"/>
                  <a:pt x="169989" y="206156"/>
                  <a:pt x="169989" y="198321"/>
                </a:cubicBezTo>
                <a:lnTo>
                  <a:pt x="169989" y="169989"/>
                </a:lnTo>
                <a:cubicBezTo>
                  <a:pt x="169989" y="162154"/>
                  <a:pt x="176319" y="155823"/>
                  <a:pt x="184155" y="155823"/>
                </a:cubicBezTo>
                <a:lnTo>
                  <a:pt x="187696" y="155823"/>
                </a:lnTo>
                <a:lnTo>
                  <a:pt x="187696" y="131033"/>
                </a:lnTo>
                <a:cubicBezTo>
                  <a:pt x="187696" y="125146"/>
                  <a:pt x="182960" y="120409"/>
                  <a:pt x="177072" y="120409"/>
                </a:cubicBezTo>
                <a:lnTo>
                  <a:pt x="123950" y="120409"/>
                </a:lnTo>
                <a:lnTo>
                  <a:pt x="123950" y="155823"/>
                </a:lnTo>
                <a:lnTo>
                  <a:pt x="127492" y="155823"/>
                </a:lnTo>
                <a:cubicBezTo>
                  <a:pt x="135327" y="155823"/>
                  <a:pt x="141658" y="162154"/>
                  <a:pt x="141658" y="169989"/>
                </a:cubicBezTo>
                <a:lnTo>
                  <a:pt x="141658" y="198321"/>
                </a:lnTo>
                <a:cubicBezTo>
                  <a:pt x="141658" y="206156"/>
                  <a:pt x="135327" y="212486"/>
                  <a:pt x="127492" y="212486"/>
                </a:cubicBezTo>
                <a:lnTo>
                  <a:pt x="99160" y="212486"/>
                </a:lnTo>
                <a:cubicBezTo>
                  <a:pt x="91325" y="212486"/>
                  <a:pt x="84995" y="206156"/>
                  <a:pt x="84995" y="198321"/>
                </a:cubicBezTo>
                <a:lnTo>
                  <a:pt x="84995" y="169989"/>
                </a:lnTo>
                <a:cubicBezTo>
                  <a:pt x="84995" y="162154"/>
                  <a:pt x="91325" y="155823"/>
                  <a:pt x="99160" y="155823"/>
                </a:cubicBezTo>
                <a:lnTo>
                  <a:pt x="102702" y="155823"/>
                </a:lnTo>
                <a:lnTo>
                  <a:pt x="102702" y="120409"/>
                </a:lnTo>
                <a:lnTo>
                  <a:pt x="49580" y="120409"/>
                </a:lnTo>
                <a:cubicBezTo>
                  <a:pt x="43693" y="120409"/>
                  <a:pt x="38956" y="125146"/>
                  <a:pt x="38956" y="131033"/>
                </a:cubicBezTo>
                <a:lnTo>
                  <a:pt x="38956" y="155823"/>
                </a:lnTo>
                <a:lnTo>
                  <a:pt x="42497" y="155823"/>
                </a:lnTo>
                <a:cubicBezTo>
                  <a:pt x="50333" y="155823"/>
                  <a:pt x="56663" y="162154"/>
                  <a:pt x="56663" y="169989"/>
                </a:cubicBezTo>
                <a:lnTo>
                  <a:pt x="56663" y="198321"/>
                </a:lnTo>
                <a:cubicBezTo>
                  <a:pt x="56663" y="206156"/>
                  <a:pt x="50333" y="212486"/>
                  <a:pt x="42497" y="212486"/>
                </a:cubicBezTo>
                <a:lnTo>
                  <a:pt x="14166" y="212486"/>
                </a:lnTo>
                <a:cubicBezTo>
                  <a:pt x="6330" y="212486"/>
                  <a:pt x="0" y="206156"/>
                  <a:pt x="0" y="198321"/>
                </a:cubicBezTo>
                <a:lnTo>
                  <a:pt x="0" y="169989"/>
                </a:lnTo>
                <a:cubicBezTo>
                  <a:pt x="0" y="162154"/>
                  <a:pt x="6330" y="155823"/>
                  <a:pt x="14166" y="155823"/>
                </a:cubicBezTo>
                <a:lnTo>
                  <a:pt x="17707" y="155823"/>
                </a:lnTo>
                <a:lnTo>
                  <a:pt x="17707" y="131033"/>
                </a:lnTo>
                <a:cubicBezTo>
                  <a:pt x="17707" y="113415"/>
                  <a:pt x="31962" y="99160"/>
                  <a:pt x="49580" y="99160"/>
                </a:cubicBezTo>
                <a:lnTo>
                  <a:pt x="102702" y="99160"/>
                </a:lnTo>
                <a:lnTo>
                  <a:pt x="102702" y="70829"/>
                </a:lnTo>
                <a:lnTo>
                  <a:pt x="99160" y="70829"/>
                </a:lnTo>
                <a:cubicBezTo>
                  <a:pt x="91325" y="70829"/>
                  <a:pt x="84995" y="64498"/>
                  <a:pt x="84995" y="56663"/>
                </a:cubicBezTo>
                <a:lnTo>
                  <a:pt x="84995" y="28332"/>
                </a:ln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8" name="Text 6"/>
          <p:cNvSpPr/>
          <p:nvPr/>
        </p:nvSpPr>
        <p:spPr>
          <a:xfrm>
            <a:off x="1103041" y="1499683"/>
            <a:ext cx="2663163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7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Обоснование выбора MVVM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5298" y="2009650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100459" y="62772"/>
                </a:moveTo>
                <a:lnTo>
                  <a:pt x="76849" y="100547"/>
                </a:lnTo>
                <a:cubicBezTo>
                  <a:pt x="75610" y="102525"/>
                  <a:pt x="73485" y="103764"/>
                  <a:pt x="71153" y="103882"/>
                </a:cubicBezTo>
                <a:cubicBezTo>
                  <a:pt x="68822" y="104000"/>
                  <a:pt x="66579" y="102938"/>
                  <a:pt x="65192" y="101049"/>
                </a:cubicBezTo>
                <a:lnTo>
                  <a:pt x="51026" y="82161"/>
                </a:lnTo>
                <a:cubicBezTo>
                  <a:pt x="48665" y="79033"/>
                  <a:pt x="49315" y="74606"/>
                  <a:pt x="52443" y="72245"/>
                </a:cubicBezTo>
                <a:cubicBezTo>
                  <a:pt x="55571" y="69884"/>
                  <a:pt x="59998" y="70534"/>
                  <a:pt x="62359" y="73662"/>
                </a:cubicBezTo>
                <a:lnTo>
                  <a:pt x="70327" y="84286"/>
                </a:lnTo>
                <a:lnTo>
                  <a:pt x="88447" y="55276"/>
                </a:lnTo>
                <a:cubicBezTo>
                  <a:pt x="90513" y="51971"/>
                  <a:pt x="94881" y="50938"/>
                  <a:pt x="98216" y="53033"/>
                </a:cubicBezTo>
                <a:cubicBezTo>
                  <a:pt x="101551" y="55128"/>
                  <a:pt x="102554" y="59467"/>
                  <a:pt x="100459" y="6280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800838" y="1971875"/>
            <a:ext cx="397585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Соответствие типу приложения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0838" y="2198527"/>
            <a:ext cx="3966414" cy="37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04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Идеально для монолитных десктопных приложений без излишнего усложнения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5298" y="2689607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100459" y="62772"/>
                </a:moveTo>
                <a:lnTo>
                  <a:pt x="76849" y="100547"/>
                </a:lnTo>
                <a:cubicBezTo>
                  <a:pt x="75610" y="102525"/>
                  <a:pt x="73485" y="103764"/>
                  <a:pt x="71153" y="103882"/>
                </a:cubicBezTo>
                <a:cubicBezTo>
                  <a:pt x="68822" y="104000"/>
                  <a:pt x="66579" y="102938"/>
                  <a:pt x="65192" y="101049"/>
                </a:cubicBezTo>
                <a:lnTo>
                  <a:pt x="51026" y="82161"/>
                </a:lnTo>
                <a:cubicBezTo>
                  <a:pt x="48665" y="79033"/>
                  <a:pt x="49315" y="74606"/>
                  <a:pt x="52443" y="72245"/>
                </a:cubicBezTo>
                <a:cubicBezTo>
                  <a:pt x="55571" y="69884"/>
                  <a:pt x="59998" y="70534"/>
                  <a:pt x="62359" y="73662"/>
                </a:cubicBezTo>
                <a:lnTo>
                  <a:pt x="70327" y="84286"/>
                </a:lnTo>
                <a:lnTo>
                  <a:pt x="88447" y="55276"/>
                </a:lnTo>
                <a:cubicBezTo>
                  <a:pt x="90513" y="51971"/>
                  <a:pt x="94881" y="50938"/>
                  <a:pt x="98216" y="53033"/>
                </a:cubicBezTo>
                <a:cubicBezTo>
                  <a:pt x="101551" y="55128"/>
                  <a:pt x="102554" y="59467"/>
                  <a:pt x="100459" y="6280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800838" y="2651831"/>
            <a:ext cx="397585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Разделение ответственности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0838" y="2878483"/>
            <a:ext cx="3966414" cy="37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04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Четкое разделение UI, логики и данных делает код понятным и расширяемым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5298" y="3369563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100459" y="62772"/>
                </a:moveTo>
                <a:lnTo>
                  <a:pt x="76849" y="100547"/>
                </a:lnTo>
                <a:cubicBezTo>
                  <a:pt x="75610" y="102525"/>
                  <a:pt x="73485" y="103764"/>
                  <a:pt x="71153" y="103882"/>
                </a:cubicBezTo>
                <a:cubicBezTo>
                  <a:pt x="68822" y="104000"/>
                  <a:pt x="66579" y="102938"/>
                  <a:pt x="65192" y="101049"/>
                </a:cubicBezTo>
                <a:lnTo>
                  <a:pt x="51026" y="82161"/>
                </a:lnTo>
                <a:cubicBezTo>
                  <a:pt x="48665" y="79033"/>
                  <a:pt x="49315" y="74606"/>
                  <a:pt x="52443" y="72245"/>
                </a:cubicBezTo>
                <a:cubicBezTo>
                  <a:pt x="55571" y="69884"/>
                  <a:pt x="59998" y="70534"/>
                  <a:pt x="62359" y="73662"/>
                </a:cubicBezTo>
                <a:lnTo>
                  <a:pt x="70327" y="84286"/>
                </a:lnTo>
                <a:lnTo>
                  <a:pt x="88447" y="55276"/>
                </a:lnTo>
                <a:cubicBezTo>
                  <a:pt x="90513" y="51971"/>
                  <a:pt x="94881" y="50938"/>
                  <a:pt x="98216" y="53033"/>
                </a:cubicBezTo>
                <a:cubicBezTo>
                  <a:pt x="101551" y="55128"/>
                  <a:pt x="102554" y="59467"/>
                  <a:pt x="100459" y="6280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800838" y="3331788"/>
            <a:ext cx="3560328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Гибкость и расширяемость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0838" y="3558440"/>
            <a:ext cx="355088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Возможность изменять слои независимо друг от друга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5298" y="3860643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100459" y="62772"/>
                </a:moveTo>
                <a:lnTo>
                  <a:pt x="76849" y="100547"/>
                </a:lnTo>
                <a:cubicBezTo>
                  <a:pt x="75610" y="102525"/>
                  <a:pt x="73485" y="103764"/>
                  <a:pt x="71153" y="103882"/>
                </a:cubicBezTo>
                <a:cubicBezTo>
                  <a:pt x="68822" y="104000"/>
                  <a:pt x="66579" y="102938"/>
                  <a:pt x="65192" y="101049"/>
                </a:cubicBezTo>
                <a:lnTo>
                  <a:pt x="51026" y="82161"/>
                </a:lnTo>
                <a:cubicBezTo>
                  <a:pt x="48665" y="79033"/>
                  <a:pt x="49315" y="74606"/>
                  <a:pt x="52443" y="72245"/>
                </a:cubicBezTo>
                <a:cubicBezTo>
                  <a:pt x="55571" y="69884"/>
                  <a:pt x="59998" y="70534"/>
                  <a:pt x="62359" y="73662"/>
                </a:cubicBezTo>
                <a:lnTo>
                  <a:pt x="70327" y="84286"/>
                </a:lnTo>
                <a:lnTo>
                  <a:pt x="88447" y="55276"/>
                </a:lnTo>
                <a:cubicBezTo>
                  <a:pt x="90513" y="51971"/>
                  <a:pt x="94881" y="50938"/>
                  <a:pt x="98216" y="53033"/>
                </a:cubicBezTo>
                <a:cubicBezTo>
                  <a:pt x="101551" y="55128"/>
                  <a:pt x="102554" y="59467"/>
                  <a:pt x="100459" y="6280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9" name="Text 17"/>
          <p:cNvSpPr/>
          <p:nvPr/>
        </p:nvSpPr>
        <p:spPr>
          <a:xfrm>
            <a:off x="800838" y="3822868"/>
            <a:ext cx="3758649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Реактивность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0838" y="4049520"/>
            <a:ext cx="374920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Kotlin Flows обеспечивают автоматическое обновление UI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531" y="4551933"/>
            <a:ext cx="4474492" cy="1960814"/>
          </a:xfrm>
          <a:custGeom>
            <a:avLst/>
            <a:gdLst/>
            <a:ahLst/>
            <a:cxnLst/>
            <a:rect l="l" t="t" r="r" b="b"/>
            <a:pathLst>
              <a:path w="4474492" h="1960814">
                <a:moveTo>
                  <a:pt x="113318" y="0"/>
                </a:moveTo>
                <a:lnTo>
                  <a:pt x="4361174" y="0"/>
                </a:lnTo>
                <a:cubicBezTo>
                  <a:pt x="4423758" y="0"/>
                  <a:pt x="4474492" y="43385"/>
                  <a:pt x="4474492" y="96903"/>
                </a:cubicBezTo>
                <a:lnTo>
                  <a:pt x="4474492" y="1863910"/>
                </a:lnTo>
                <a:cubicBezTo>
                  <a:pt x="4474492" y="1917429"/>
                  <a:pt x="4423758" y="1960814"/>
                  <a:pt x="4361174" y="1960814"/>
                </a:cubicBezTo>
                <a:lnTo>
                  <a:pt x="113318" y="1960814"/>
                </a:lnTo>
                <a:cubicBezTo>
                  <a:pt x="50734" y="1960814"/>
                  <a:pt x="0" y="1917429"/>
                  <a:pt x="0" y="1863910"/>
                </a:cubicBezTo>
                <a:lnTo>
                  <a:pt x="0" y="96903"/>
                </a:lnTo>
                <a:cubicBezTo>
                  <a:pt x="0" y="43385"/>
                  <a:pt x="50734" y="0"/>
                  <a:pt x="113318" y="0"/>
                </a:cubicBezTo>
                <a:close/>
              </a:path>
            </a:pathLst>
          </a:custGeom>
          <a:gradFill flip="none" rotWithShape="1">
            <a:gsLst>
              <a:gs pos="0">
                <a:srgbClr val="2176FF">
                  <a:alpha val="20000"/>
                </a:srgbClr>
              </a:gs>
              <a:gs pos="100000">
                <a:srgbClr val="4ADE80">
                  <a:alpha val="20000"/>
                </a:srgbClr>
              </a:gs>
            </a:gsLst>
            <a:lin ang="2700000" scaled="1"/>
          </a:gradFill>
          <a:ln w="10160">
            <a:solidFill>
              <a:srgbClr val="2176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3073" y="4725700"/>
            <a:ext cx="169989" cy="226652"/>
          </a:xfrm>
          <a:custGeom>
            <a:avLst/>
            <a:gdLst/>
            <a:ahLst/>
            <a:cxnLst/>
            <a:rect l="l" t="t" r="r" b="b"/>
            <a:pathLst>
              <a:path w="169989" h="226652">
                <a:moveTo>
                  <a:pt x="129661" y="169989"/>
                </a:moveTo>
                <a:cubicBezTo>
                  <a:pt x="132893" y="160117"/>
                  <a:pt x="139356" y="151175"/>
                  <a:pt x="146660" y="143473"/>
                </a:cubicBezTo>
                <a:cubicBezTo>
                  <a:pt x="161136" y="128244"/>
                  <a:pt x="169989" y="107660"/>
                  <a:pt x="169989" y="84995"/>
                </a:cubicBezTo>
                <a:cubicBezTo>
                  <a:pt x="169989" y="38070"/>
                  <a:pt x="131919" y="0"/>
                  <a:pt x="84995" y="0"/>
                </a:cubicBezTo>
                <a:cubicBezTo>
                  <a:pt x="38070" y="0"/>
                  <a:pt x="0" y="38070"/>
                  <a:pt x="0" y="84995"/>
                </a:cubicBezTo>
                <a:cubicBezTo>
                  <a:pt x="0" y="107660"/>
                  <a:pt x="8854" y="128244"/>
                  <a:pt x="23329" y="143473"/>
                </a:cubicBezTo>
                <a:cubicBezTo>
                  <a:pt x="30633" y="151175"/>
                  <a:pt x="37141" y="160117"/>
                  <a:pt x="40328" y="169989"/>
                </a:cubicBezTo>
                <a:lnTo>
                  <a:pt x="129617" y="169989"/>
                </a:lnTo>
                <a:close/>
                <a:moveTo>
                  <a:pt x="127492" y="191238"/>
                </a:moveTo>
                <a:lnTo>
                  <a:pt x="42497" y="191238"/>
                </a:lnTo>
                <a:lnTo>
                  <a:pt x="42497" y="198321"/>
                </a:lnTo>
                <a:cubicBezTo>
                  <a:pt x="42497" y="217887"/>
                  <a:pt x="58345" y="233735"/>
                  <a:pt x="77912" y="233735"/>
                </a:cubicBezTo>
                <a:lnTo>
                  <a:pt x="92077" y="233735"/>
                </a:lnTo>
                <a:cubicBezTo>
                  <a:pt x="111644" y="233735"/>
                  <a:pt x="127492" y="217887"/>
                  <a:pt x="127492" y="198321"/>
                </a:cubicBezTo>
                <a:lnTo>
                  <a:pt x="127492" y="191238"/>
                </a:lnTo>
                <a:close/>
                <a:moveTo>
                  <a:pt x="81453" y="49580"/>
                </a:moveTo>
                <a:cubicBezTo>
                  <a:pt x="63834" y="49580"/>
                  <a:pt x="49580" y="63834"/>
                  <a:pt x="49580" y="81453"/>
                </a:cubicBezTo>
                <a:cubicBezTo>
                  <a:pt x="49580" y="87341"/>
                  <a:pt x="44843" y="92077"/>
                  <a:pt x="38956" y="92077"/>
                </a:cubicBezTo>
                <a:cubicBezTo>
                  <a:pt x="33068" y="92077"/>
                  <a:pt x="28332" y="87341"/>
                  <a:pt x="28332" y="81453"/>
                </a:cubicBezTo>
                <a:cubicBezTo>
                  <a:pt x="28332" y="52103"/>
                  <a:pt x="52103" y="28332"/>
                  <a:pt x="81453" y="28332"/>
                </a:cubicBezTo>
                <a:cubicBezTo>
                  <a:pt x="87341" y="28332"/>
                  <a:pt x="92077" y="33068"/>
                  <a:pt x="92077" y="38956"/>
                </a:cubicBezTo>
                <a:cubicBezTo>
                  <a:pt x="92077" y="44843"/>
                  <a:pt x="87341" y="49580"/>
                  <a:pt x="81453" y="4958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23" name="Text 21"/>
          <p:cNvSpPr/>
          <p:nvPr/>
        </p:nvSpPr>
        <p:spPr>
          <a:xfrm>
            <a:off x="933052" y="4706812"/>
            <a:ext cx="2370404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Преимущества архитектуры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6410" y="5084566"/>
            <a:ext cx="2049314" cy="576074"/>
          </a:xfrm>
          <a:custGeom>
            <a:avLst/>
            <a:gdLst/>
            <a:ahLst/>
            <a:cxnLst/>
            <a:rect l="l" t="t" r="r" b="b"/>
            <a:pathLst>
              <a:path w="2049314" h="576074">
                <a:moveTo>
                  <a:pt x="75552" y="0"/>
                </a:moveTo>
                <a:lnTo>
                  <a:pt x="1973762" y="0"/>
                </a:lnTo>
                <a:cubicBezTo>
                  <a:pt x="2015460" y="0"/>
                  <a:pt x="2049314" y="33854"/>
                  <a:pt x="2049314" y="75552"/>
                </a:cubicBezTo>
                <a:lnTo>
                  <a:pt x="2049314" y="500522"/>
                </a:lnTo>
                <a:cubicBezTo>
                  <a:pt x="2049314" y="542221"/>
                  <a:pt x="2015460" y="576074"/>
                  <a:pt x="1973762" y="576074"/>
                </a:cubicBezTo>
                <a:lnTo>
                  <a:pt x="75552" y="576074"/>
                </a:lnTo>
                <a:cubicBezTo>
                  <a:pt x="33854" y="576074"/>
                  <a:pt x="0" y="542221"/>
                  <a:pt x="0" y="50052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1E1E1E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64386" y="5167670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126385" y="3468"/>
                </a:moveTo>
                <a:cubicBezTo>
                  <a:pt x="121774" y="-1144"/>
                  <a:pt x="114285" y="-1144"/>
                  <a:pt x="109674" y="3468"/>
                </a:cubicBezTo>
                <a:cubicBezTo>
                  <a:pt x="105063" y="8079"/>
                  <a:pt x="105063" y="15568"/>
                  <a:pt x="109674" y="20179"/>
                </a:cubicBezTo>
                <a:lnTo>
                  <a:pt x="113142" y="23610"/>
                </a:lnTo>
                <a:lnTo>
                  <a:pt x="10366" y="126385"/>
                </a:lnTo>
                <a:cubicBezTo>
                  <a:pt x="3726" y="133025"/>
                  <a:pt x="0" y="142027"/>
                  <a:pt x="0" y="151433"/>
                </a:cubicBezTo>
                <a:lnTo>
                  <a:pt x="0" y="153462"/>
                </a:lnTo>
                <a:cubicBezTo>
                  <a:pt x="0" y="173014"/>
                  <a:pt x="15863" y="188877"/>
                  <a:pt x="35414" y="188877"/>
                </a:cubicBezTo>
                <a:lnTo>
                  <a:pt x="37443" y="188877"/>
                </a:lnTo>
                <a:cubicBezTo>
                  <a:pt x="46850" y="188877"/>
                  <a:pt x="55851" y="185151"/>
                  <a:pt x="62492" y="178511"/>
                </a:cubicBezTo>
                <a:lnTo>
                  <a:pt x="165267" y="75735"/>
                </a:lnTo>
                <a:lnTo>
                  <a:pt x="168735" y="79203"/>
                </a:lnTo>
                <a:cubicBezTo>
                  <a:pt x="173346" y="83814"/>
                  <a:pt x="180835" y="83814"/>
                  <a:pt x="185446" y="79203"/>
                </a:cubicBezTo>
                <a:cubicBezTo>
                  <a:pt x="190057" y="74592"/>
                  <a:pt x="190057" y="67103"/>
                  <a:pt x="185446" y="62492"/>
                </a:cubicBezTo>
                <a:lnTo>
                  <a:pt x="126422" y="3468"/>
                </a:lnTo>
                <a:close/>
                <a:moveTo>
                  <a:pt x="75735" y="94438"/>
                </a:moveTo>
                <a:lnTo>
                  <a:pt x="129853" y="40321"/>
                </a:lnTo>
                <a:lnTo>
                  <a:pt x="148556" y="59024"/>
                </a:lnTo>
                <a:lnTo>
                  <a:pt x="113142" y="94438"/>
                </a:lnTo>
                <a:lnTo>
                  <a:pt x="75698" y="94438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578908" y="5394322"/>
            <a:ext cx="1964319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Тестируемость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656789" y="5084566"/>
            <a:ext cx="2049314" cy="576074"/>
          </a:xfrm>
          <a:custGeom>
            <a:avLst/>
            <a:gdLst/>
            <a:ahLst/>
            <a:cxnLst/>
            <a:rect l="l" t="t" r="r" b="b"/>
            <a:pathLst>
              <a:path w="2049314" h="576074">
                <a:moveTo>
                  <a:pt x="75552" y="0"/>
                </a:moveTo>
                <a:lnTo>
                  <a:pt x="1973762" y="0"/>
                </a:lnTo>
                <a:cubicBezTo>
                  <a:pt x="2015460" y="0"/>
                  <a:pt x="2049314" y="33854"/>
                  <a:pt x="2049314" y="75552"/>
                </a:cubicBezTo>
                <a:lnTo>
                  <a:pt x="2049314" y="500522"/>
                </a:lnTo>
                <a:cubicBezTo>
                  <a:pt x="2049314" y="542221"/>
                  <a:pt x="2015460" y="576074"/>
                  <a:pt x="1973762" y="576074"/>
                </a:cubicBezTo>
                <a:lnTo>
                  <a:pt x="75552" y="576074"/>
                </a:lnTo>
                <a:cubicBezTo>
                  <a:pt x="33854" y="576074"/>
                  <a:pt x="0" y="542221"/>
                  <a:pt x="0" y="50052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1E1E1E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572960" y="5167670"/>
            <a:ext cx="212486" cy="188877"/>
          </a:xfrm>
          <a:custGeom>
            <a:avLst/>
            <a:gdLst/>
            <a:ahLst/>
            <a:cxnLst/>
            <a:rect l="l" t="t" r="r" b="b"/>
            <a:pathLst>
              <a:path w="212486" h="188877">
                <a:moveTo>
                  <a:pt x="133099" y="443"/>
                </a:moveTo>
                <a:cubicBezTo>
                  <a:pt x="126828" y="-1365"/>
                  <a:pt x="120298" y="2287"/>
                  <a:pt x="118491" y="8558"/>
                </a:cubicBezTo>
                <a:lnTo>
                  <a:pt x="71271" y="173826"/>
                </a:lnTo>
                <a:cubicBezTo>
                  <a:pt x="69464" y="180097"/>
                  <a:pt x="73116" y="186627"/>
                  <a:pt x="79387" y="188434"/>
                </a:cubicBezTo>
                <a:cubicBezTo>
                  <a:pt x="85659" y="190242"/>
                  <a:pt x="92188" y="186590"/>
                  <a:pt x="93996" y="180318"/>
                </a:cubicBezTo>
                <a:lnTo>
                  <a:pt x="141215" y="15051"/>
                </a:lnTo>
                <a:cubicBezTo>
                  <a:pt x="143023" y="8780"/>
                  <a:pt x="139370" y="2250"/>
                  <a:pt x="133099" y="443"/>
                </a:cubicBezTo>
                <a:close/>
                <a:moveTo>
                  <a:pt x="156930" y="50650"/>
                </a:moveTo>
                <a:cubicBezTo>
                  <a:pt x="152319" y="55261"/>
                  <a:pt x="152319" y="62750"/>
                  <a:pt x="156930" y="67361"/>
                </a:cubicBezTo>
                <a:lnTo>
                  <a:pt x="184007" y="94438"/>
                </a:lnTo>
                <a:lnTo>
                  <a:pt x="156930" y="121516"/>
                </a:lnTo>
                <a:cubicBezTo>
                  <a:pt x="152319" y="126127"/>
                  <a:pt x="152319" y="133616"/>
                  <a:pt x="156930" y="138227"/>
                </a:cubicBezTo>
                <a:cubicBezTo>
                  <a:pt x="161541" y="142838"/>
                  <a:pt x="169030" y="142838"/>
                  <a:pt x="173641" y="138227"/>
                </a:cubicBezTo>
                <a:lnTo>
                  <a:pt x="209056" y="102812"/>
                </a:lnTo>
                <a:cubicBezTo>
                  <a:pt x="213667" y="98201"/>
                  <a:pt x="213667" y="90713"/>
                  <a:pt x="209056" y="86101"/>
                </a:cubicBezTo>
                <a:lnTo>
                  <a:pt x="173641" y="50687"/>
                </a:lnTo>
                <a:cubicBezTo>
                  <a:pt x="169030" y="46076"/>
                  <a:pt x="161541" y="46076"/>
                  <a:pt x="156930" y="50687"/>
                </a:cubicBezTo>
                <a:close/>
                <a:moveTo>
                  <a:pt x="55593" y="50650"/>
                </a:moveTo>
                <a:cubicBezTo>
                  <a:pt x="50982" y="46039"/>
                  <a:pt x="43493" y="46039"/>
                  <a:pt x="38882" y="50650"/>
                </a:cubicBezTo>
                <a:lnTo>
                  <a:pt x="3468" y="86064"/>
                </a:lnTo>
                <a:cubicBezTo>
                  <a:pt x="-1144" y="90676"/>
                  <a:pt x="-1144" y="98164"/>
                  <a:pt x="3468" y="102776"/>
                </a:cubicBezTo>
                <a:lnTo>
                  <a:pt x="38882" y="138190"/>
                </a:lnTo>
                <a:cubicBezTo>
                  <a:pt x="43493" y="142801"/>
                  <a:pt x="50982" y="142801"/>
                  <a:pt x="55593" y="138190"/>
                </a:cubicBezTo>
                <a:cubicBezTo>
                  <a:pt x="60204" y="133579"/>
                  <a:pt x="60204" y="126090"/>
                  <a:pt x="55593" y="121479"/>
                </a:cubicBezTo>
                <a:lnTo>
                  <a:pt x="28516" y="94438"/>
                </a:lnTo>
                <a:lnTo>
                  <a:pt x="55556" y="67361"/>
                </a:lnTo>
                <a:cubicBezTo>
                  <a:pt x="60168" y="62750"/>
                  <a:pt x="60168" y="55261"/>
                  <a:pt x="55556" y="5065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29" name="Text 27"/>
          <p:cNvSpPr/>
          <p:nvPr/>
        </p:nvSpPr>
        <p:spPr>
          <a:xfrm>
            <a:off x="2699286" y="5394322"/>
            <a:ext cx="1964319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Поддерживаемость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6410" y="5734300"/>
            <a:ext cx="2049314" cy="576074"/>
          </a:xfrm>
          <a:custGeom>
            <a:avLst/>
            <a:gdLst/>
            <a:ahLst/>
            <a:cxnLst/>
            <a:rect l="l" t="t" r="r" b="b"/>
            <a:pathLst>
              <a:path w="2049314" h="576074">
                <a:moveTo>
                  <a:pt x="75552" y="0"/>
                </a:moveTo>
                <a:lnTo>
                  <a:pt x="1973762" y="0"/>
                </a:lnTo>
                <a:cubicBezTo>
                  <a:pt x="2015460" y="0"/>
                  <a:pt x="2049314" y="33854"/>
                  <a:pt x="2049314" y="75552"/>
                </a:cubicBezTo>
                <a:lnTo>
                  <a:pt x="2049314" y="500522"/>
                </a:lnTo>
                <a:cubicBezTo>
                  <a:pt x="2049314" y="542221"/>
                  <a:pt x="2015460" y="576074"/>
                  <a:pt x="1973762" y="576074"/>
                </a:cubicBezTo>
                <a:lnTo>
                  <a:pt x="75552" y="576074"/>
                </a:lnTo>
                <a:cubicBezTo>
                  <a:pt x="33854" y="576074"/>
                  <a:pt x="0" y="542221"/>
                  <a:pt x="0" y="50052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1E1E1E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76191" y="5817407"/>
            <a:ext cx="165267" cy="188877"/>
          </a:xfrm>
          <a:custGeom>
            <a:avLst/>
            <a:gdLst/>
            <a:ahLst/>
            <a:cxnLst/>
            <a:rect l="l" t="t" r="r" b="b"/>
            <a:pathLst>
              <a:path w="165267" h="188877">
                <a:moveTo>
                  <a:pt x="61975" y="11805"/>
                </a:moveTo>
                <a:lnTo>
                  <a:pt x="8854" y="11805"/>
                </a:lnTo>
                <a:cubicBezTo>
                  <a:pt x="3947" y="11805"/>
                  <a:pt x="0" y="15752"/>
                  <a:pt x="0" y="20658"/>
                </a:cubicBezTo>
                <a:lnTo>
                  <a:pt x="0" y="73780"/>
                </a:lnTo>
                <a:cubicBezTo>
                  <a:pt x="0" y="77358"/>
                  <a:pt x="2140" y="80605"/>
                  <a:pt x="5460" y="81970"/>
                </a:cubicBezTo>
                <a:cubicBezTo>
                  <a:pt x="8780" y="83335"/>
                  <a:pt x="12579" y="82560"/>
                  <a:pt x="15125" y="80051"/>
                </a:cubicBezTo>
                <a:lnTo>
                  <a:pt x="29881" y="65295"/>
                </a:lnTo>
                <a:lnTo>
                  <a:pt x="59024" y="94438"/>
                </a:lnTo>
                <a:lnTo>
                  <a:pt x="29881" y="123582"/>
                </a:lnTo>
                <a:lnTo>
                  <a:pt x="15125" y="108826"/>
                </a:lnTo>
                <a:cubicBezTo>
                  <a:pt x="12579" y="106280"/>
                  <a:pt x="8780" y="105542"/>
                  <a:pt x="5460" y="106907"/>
                </a:cubicBezTo>
                <a:cubicBezTo>
                  <a:pt x="2140" y="108272"/>
                  <a:pt x="0" y="111518"/>
                  <a:pt x="0" y="115097"/>
                </a:cubicBezTo>
                <a:lnTo>
                  <a:pt x="0" y="168218"/>
                </a:lnTo>
                <a:cubicBezTo>
                  <a:pt x="0" y="173125"/>
                  <a:pt x="3947" y="177072"/>
                  <a:pt x="8854" y="177072"/>
                </a:cubicBezTo>
                <a:lnTo>
                  <a:pt x="61975" y="177072"/>
                </a:lnTo>
                <a:cubicBezTo>
                  <a:pt x="65554" y="177072"/>
                  <a:pt x="68800" y="174932"/>
                  <a:pt x="70165" y="171612"/>
                </a:cubicBezTo>
                <a:cubicBezTo>
                  <a:pt x="71530" y="168292"/>
                  <a:pt x="70792" y="164493"/>
                  <a:pt x="68247" y="161947"/>
                </a:cubicBezTo>
                <a:lnTo>
                  <a:pt x="53491" y="147191"/>
                </a:lnTo>
                <a:lnTo>
                  <a:pt x="82634" y="118048"/>
                </a:lnTo>
                <a:lnTo>
                  <a:pt x="111777" y="147191"/>
                </a:lnTo>
                <a:lnTo>
                  <a:pt x="97021" y="161947"/>
                </a:lnTo>
                <a:cubicBezTo>
                  <a:pt x="94475" y="164493"/>
                  <a:pt x="93738" y="168292"/>
                  <a:pt x="95102" y="171612"/>
                </a:cubicBezTo>
                <a:cubicBezTo>
                  <a:pt x="96467" y="174932"/>
                  <a:pt x="99714" y="177072"/>
                  <a:pt x="103292" y="177072"/>
                </a:cubicBezTo>
                <a:lnTo>
                  <a:pt x="156414" y="177072"/>
                </a:lnTo>
                <a:cubicBezTo>
                  <a:pt x="161320" y="177072"/>
                  <a:pt x="165267" y="173125"/>
                  <a:pt x="165267" y="168218"/>
                </a:cubicBezTo>
                <a:lnTo>
                  <a:pt x="165267" y="115097"/>
                </a:lnTo>
                <a:cubicBezTo>
                  <a:pt x="165267" y="111518"/>
                  <a:pt x="163128" y="108272"/>
                  <a:pt x="159808" y="106907"/>
                </a:cubicBezTo>
                <a:cubicBezTo>
                  <a:pt x="156487" y="105542"/>
                  <a:pt x="152688" y="106280"/>
                  <a:pt x="150142" y="108826"/>
                </a:cubicBezTo>
                <a:lnTo>
                  <a:pt x="135386" y="123582"/>
                </a:lnTo>
                <a:lnTo>
                  <a:pt x="106243" y="94438"/>
                </a:lnTo>
                <a:lnTo>
                  <a:pt x="135386" y="65295"/>
                </a:lnTo>
                <a:lnTo>
                  <a:pt x="150142" y="80051"/>
                </a:lnTo>
                <a:cubicBezTo>
                  <a:pt x="152688" y="82597"/>
                  <a:pt x="156487" y="83335"/>
                  <a:pt x="159808" y="81970"/>
                </a:cubicBezTo>
                <a:cubicBezTo>
                  <a:pt x="163128" y="80605"/>
                  <a:pt x="165267" y="77358"/>
                  <a:pt x="165267" y="73780"/>
                </a:cubicBezTo>
                <a:lnTo>
                  <a:pt x="165267" y="20658"/>
                </a:lnTo>
                <a:cubicBezTo>
                  <a:pt x="165267" y="15752"/>
                  <a:pt x="161320" y="11805"/>
                  <a:pt x="156414" y="11805"/>
                </a:cubicBezTo>
                <a:lnTo>
                  <a:pt x="103292" y="11805"/>
                </a:lnTo>
                <a:cubicBezTo>
                  <a:pt x="99714" y="11805"/>
                  <a:pt x="96467" y="13944"/>
                  <a:pt x="95102" y="17265"/>
                </a:cubicBezTo>
                <a:cubicBezTo>
                  <a:pt x="93738" y="20585"/>
                  <a:pt x="94512" y="24384"/>
                  <a:pt x="97021" y="26930"/>
                </a:cubicBezTo>
                <a:lnTo>
                  <a:pt x="111777" y="41686"/>
                </a:lnTo>
                <a:lnTo>
                  <a:pt x="82634" y="70829"/>
                </a:lnTo>
                <a:lnTo>
                  <a:pt x="53491" y="41686"/>
                </a:lnTo>
                <a:lnTo>
                  <a:pt x="68247" y="26930"/>
                </a:lnTo>
                <a:cubicBezTo>
                  <a:pt x="70792" y="24384"/>
                  <a:pt x="71530" y="20585"/>
                  <a:pt x="70165" y="17265"/>
                </a:cubicBezTo>
                <a:cubicBezTo>
                  <a:pt x="68800" y="13944"/>
                  <a:pt x="65554" y="11805"/>
                  <a:pt x="61975" y="11805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32" name="Text 30"/>
          <p:cNvSpPr/>
          <p:nvPr/>
        </p:nvSpPr>
        <p:spPr>
          <a:xfrm>
            <a:off x="578908" y="6044059"/>
            <a:ext cx="1964319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Масштабируемость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656789" y="5734300"/>
            <a:ext cx="2049314" cy="576074"/>
          </a:xfrm>
          <a:custGeom>
            <a:avLst/>
            <a:gdLst/>
            <a:ahLst/>
            <a:cxnLst/>
            <a:rect l="l" t="t" r="r" b="b"/>
            <a:pathLst>
              <a:path w="2049314" h="576074">
                <a:moveTo>
                  <a:pt x="75552" y="0"/>
                </a:moveTo>
                <a:lnTo>
                  <a:pt x="1973762" y="0"/>
                </a:lnTo>
                <a:cubicBezTo>
                  <a:pt x="2015460" y="0"/>
                  <a:pt x="2049314" y="33854"/>
                  <a:pt x="2049314" y="75552"/>
                </a:cubicBezTo>
                <a:lnTo>
                  <a:pt x="2049314" y="500522"/>
                </a:lnTo>
                <a:cubicBezTo>
                  <a:pt x="2049314" y="542221"/>
                  <a:pt x="2015460" y="576074"/>
                  <a:pt x="1973762" y="576074"/>
                </a:cubicBezTo>
                <a:lnTo>
                  <a:pt x="75552" y="576074"/>
                </a:lnTo>
                <a:cubicBezTo>
                  <a:pt x="33854" y="576074"/>
                  <a:pt x="0" y="542221"/>
                  <a:pt x="0" y="50052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1E1E1E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584764" y="5817407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177109" y="70829"/>
                </a:moveTo>
                <a:lnTo>
                  <a:pt x="180023" y="70829"/>
                </a:lnTo>
                <a:cubicBezTo>
                  <a:pt x="184930" y="70829"/>
                  <a:pt x="188877" y="66882"/>
                  <a:pt x="188877" y="61975"/>
                </a:cubicBezTo>
                <a:lnTo>
                  <a:pt x="188877" y="8854"/>
                </a:lnTo>
                <a:cubicBezTo>
                  <a:pt x="188877" y="5275"/>
                  <a:pt x="186737" y="2029"/>
                  <a:pt x="183417" y="664"/>
                </a:cubicBezTo>
                <a:cubicBezTo>
                  <a:pt x="180097" y="-701"/>
                  <a:pt x="176297" y="74"/>
                  <a:pt x="173752" y="2582"/>
                </a:cubicBezTo>
                <a:lnTo>
                  <a:pt x="154680" y="21691"/>
                </a:lnTo>
                <a:cubicBezTo>
                  <a:pt x="138338" y="8153"/>
                  <a:pt x="117310" y="0"/>
                  <a:pt x="94438" y="0"/>
                </a:cubicBezTo>
                <a:cubicBezTo>
                  <a:pt x="46850" y="0"/>
                  <a:pt x="7489" y="35193"/>
                  <a:pt x="959" y="80974"/>
                </a:cubicBezTo>
                <a:cubicBezTo>
                  <a:pt x="37" y="87429"/>
                  <a:pt x="4501" y="93405"/>
                  <a:pt x="10956" y="94328"/>
                </a:cubicBezTo>
                <a:cubicBezTo>
                  <a:pt x="17412" y="95250"/>
                  <a:pt x="23388" y="90749"/>
                  <a:pt x="24311" y="84331"/>
                </a:cubicBezTo>
                <a:cubicBezTo>
                  <a:pt x="29217" y="49986"/>
                  <a:pt x="58766" y="23610"/>
                  <a:pt x="94438" y="23610"/>
                </a:cubicBezTo>
                <a:cubicBezTo>
                  <a:pt x="110818" y="23610"/>
                  <a:pt x="125869" y="29143"/>
                  <a:pt x="137858" y="38476"/>
                </a:cubicBezTo>
                <a:lnTo>
                  <a:pt x="120630" y="55704"/>
                </a:lnTo>
                <a:cubicBezTo>
                  <a:pt x="118085" y="58249"/>
                  <a:pt x="117347" y="62049"/>
                  <a:pt x="118712" y="65369"/>
                </a:cubicBezTo>
                <a:cubicBezTo>
                  <a:pt x="120077" y="68689"/>
                  <a:pt x="123323" y="70829"/>
                  <a:pt x="126902" y="70829"/>
                </a:cubicBezTo>
                <a:lnTo>
                  <a:pt x="177109" y="70829"/>
                </a:lnTo>
                <a:close/>
                <a:moveTo>
                  <a:pt x="187955" y="107903"/>
                </a:moveTo>
                <a:cubicBezTo>
                  <a:pt x="188877" y="101448"/>
                  <a:pt x="184376" y="95471"/>
                  <a:pt x="177957" y="94549"/>
                </a:cubicBezTo>
                <a:cubicBezTo>
                  <a:pt x="171539" y="93627"/>
                  <a:pt x="165525" y="98127"/>
                  <a:pt x="164603" y="104546"/>
                </a:cubicBezTo>
                <a:cubicBezTo>
                  <a:pt x="159697" y="138854"/>
                  <a:pt x="130148" y="165230"/>
                  <a:pt x="94475" y="165230"/>
                </a:cubicBezTo>
                <a:cubicBezTo>
                  <a:pt x="78096" y="165230"/>
                  <a:pt x="63045" y="159697"/>
                  <a:pt x="51056" y="150364"/>
                </a:cubicBezTo>
                <a:lnTo>
                  <a:pt x="68247" y="133173"/>
                </a:lnTo>
                <a:cubicBezTo>
                  <a:pt x="70792" y="130628"/>
                  <a:pt x="71530" y="126828"/>
                  <a:pt x="70165" y="123508"/>
                </a:cubicBezTo>
                <a:cubicBezTo>
                  <a:pt x="68800" y="120188"/>
                  <a:pt x="65554" y="118048"/>
                  <a:pt x="61975" y="118048"/>
                </a:cubicBezTo>
                <a:lnTo>
                  <a:pt x="8854" y="118048"/>
                </a:lnTo>
                <a:cubicBezTo>
                  <a:pt x="3947" y="118048"/>
                  <a:pt x="0" y="121995"/>
                  <a:pt x="0" y="126902"/>
                </a:cubicBezTo>
                <a:lnTo>
                  <a:pt x="0" y="180023"/>
                </a:lnTo>
                <a:cubicBezTo>
                  <a:pt x="0" y="183602"/>
                  <a:pt x="2140" y="186848"/>
                  <a:pt x="5460" y="188213"/>
                </a:cubicBezTo>
                <a:cubicBezTo>
                  <a:pt x="8780" y="189578"/>
                  <a:pt x="12579" y="188803"/>
                  <a:pt x="15125" y="186295"/>
                </a:cubicBezTo>
                <a:lnTo>
                  <a:pt x="34234" y="167186"/>
                </a:lnTo>
                <a:cubicBezTo>
                  <a:pt x="50539" y="180724"/>
                  <a:pt x="71567" y="188877"/>
                  <a:pt x="94438" y="188877"/>
                </a:cubicBezTo>
                <a:cubicBezTo>
                  <a:pt x="142027" y="188877"/>
                  <a:pt x="181388" y="153684"/>
                  <a:pt x="187918" y="107903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2699286" y="6044059"/>
            <a:ext cx="1964319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Реактивность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81377" y="1250365"/>
            <a:ext cx="6788234" cy="5229881"/>
          </a:xfrm>
          <a:custGeom>
            <a:avLst/>
            <a:gdLst/>
            <a:ahLst/>
            <a:cxnLst/>
            <a:rect l="l" t="t" r="r" b="b"/>
            <a:pathLst>
              <a:path w="6788234" h="5598310">
                <a:moveTo>
                  <a:pt x="113310" y="0"/>
                </a:moveTo>
                <a:lnTo>
                  <a:pt x="6674924" y="0"/>
                </a:lnTo>
                <a:cubicBezTo>
                  <a:pt x="6737503" y="0"/>
                  <a:pt x="6788234" y="50731"/>
                  <a:pt x="6788234" y="113310"/>
                </a:cubicBezTo>
                <a:lnTo>
                  <a:pt x="6788234" y="5485000"/>
                </a:lnTo>
                <a:cubicBezTo>
                  <a:pt x="6788234" y="5547579"/>
                  <a:pt x="6737503" y="5598310"/>
                  <a:pt x="6674924" y="5598310"/>
                </a:cubicBezTo>
                <a:lnTo>
                  <a:pt x="113310" y="5598310"/>
                </a:lnTo>
                <a:cubicBezTo>
                  <a:pt x="50731" y="5598310"/>
                  <a:pt x="0" y="5547579"/>
                  <a:pt x="0" y="5485000"/>
                </a:cubicBezTo>
                <a:lnTo>
                  <a:pt x="0" y="113310"/>
                </a:lnTo>
                <a:cubicBezTo>
                  <a:pt x="0" y="50731"/>
                  <a:pt x="50731" y="0"/>
                  <a:pt x="113310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7" name="Text 35"/>
          <p:cNvSpPr/>
          <p:nvPr/>
        </p:nvSpPr>
        <p:spPr>
          <a:xfrm>
            <a:off x="5172393" y="1355191"/>
            <a:ext cx="6572914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7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Структура архитектуры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89037" y="1782998"/>
            <a:ext cx="6459588" cy="944384"/>
          </a:xfrm>
          <a:custGeom>
            <a:avLst/>
            <a:gdLst/>
            <a:ahLst/>
            <a:cxnLst/>
            <a:rect l="l" t="t" r="r" b="b"/>
            <a:pathLst>
              <a:path w="6459588" h="944384">
                <a:moveTo>
                  <a:pt x="37775" y="0"/>
                </a:moveTo>
                <a:lnTo>
                  <a:pt x="6384037" y="0"/>
                </a:lnTo>
                <a:cubicBezTo>
                  <a:pt x="6425763" y="0"/>
                  <a:pt x="6459588" y="33825"/>
                  <a:pt x="6459588" y="75551"/>
                </a:cubicBezTo>
                <a:lnTo>
                  <a:pt x="6459588" y="868833"/>
                </a:lnTo>
                <a:cubicBezTo>
                  <a:pt x="6459588" y="910559"/>
                  <a:pt x="6425763" y="944384"/>
                  <a:pt x="6384037" y="944384"/>
                </a:cubicBezTo>
                <a:lnTo>
                  <a:pt x="37775" y="944384"/>
                </a:lnTo>
                <a:cubicBezTo>
                  <a:pt x="16913" y="944384"/>
                  <a:pt x="0" y="927472"/>
                  <a:pt x="0" y="906609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gradFill flip="none" rotWithShape="1">
            <a:gsLst>
              <a:gs pos="0">
                <a:srgbClr val="2176FF">
                  <a:alpha val="30000"/>
                </a:srgbClr>
              </a:gs>
              <a:gs pos="100000">
                <a:srgbClr val="2176FF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39" name="Shape 37"/>
          <p:cNvSpPr/>
          <p:nvPr/>
        </p:nvSpPr>
        <p:spPr>
          <a:xfrm>
            <a:off x="5189037" y="1782998"/>
            <a:ext cx="37775" cy="944384"/>
          </a:xfrm>
          <a:custGeom>
            <a:avLst/>
            <a:gdLst/>
            <a:ahLst/>
            <a:cxnLst/>
            <a:rect l="l" t="t" r="r" b="b"/>
            <a:pathLst>
              <a:path w="37775" h="944384">
                <a:moveTo>
                  <a:pt x="37775" y="0"/>
                </a:moveTo>
                <a:lnTo>
                  <a:pt x="37775" y="0"/>
                </a:lnTo>
                <a:lnTo>
                  <a:pt x="37775" y="944384"/>
                </a:lnTo>
                <a:lnTo>
                  <a:pt x="37775" y="944384"/>
                </a:lnTo>
                <a:cubicBezTo>
                  <a:pt x="16913" y="944384"/>
                  <a:pt x="0" y="927472"/>
                  <a:pt x="0" y="906609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40" name="Shape 38"/>
          <p:cNvSpPr/>
          <p:nvPr/>
        </p:nvSpPr>
        <p:spPr>
          <a:xfrm>
            <a:off x="5321251" y="1934099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41" name="Shape 39"/>
          <p:cNvSpPr/>
          <p:nvPr/>
        </p:nvSpPr>
        <p:spPr>
          <a:xfrm>
            <a:off x="5415689" y="2028538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23610" y="11805"/>
                </a:moveTo>
                <a:cubicBezTo>
                  <a:pt x="10587" y="11805"/>
                  <a:pt x="0" y="22392"/>
                  <a:pt x="0" y="35414"/>
                </a:cubicBezTo>
                <a:lnTo>
                  <a:pt x="0" y="129853"/>
                </a:lnTo>
                <a:cubicBezTo>
                  <a:pt x="0" y="142875"/>
                  <a:pt x="10587" y="153462"/>
                  <a:pt x="23610" y="153462"/>
                </a:cubicBezTo>
                <a:lnTo>
                  <a:pt x="76731" y="153462"/>
                </a:lnTo>
                <a:lnTo>
                  <a:pt x="70829" y="171170"/>
                </a:lnTo>
                <a:lnTo>
                  <a:pt x="44268" y="171170"/>
                </a:lnTo>
                <a:cubicBezTo>
                  <a:pt x="39362" y="171170"/>
                  <a:pt x="35414" y="175117"/>
                  <a:pt x="35414" y="180023"/>
                </a:cubicBezTo>
                <a:cubicBezTo>
                  <a:pt x="35414" y="184930"/>
                  <a:pt x="39362" y="188877"/>
                  <a:pt x="44268" y="188877"/>
                </a:cubicBezTo>
                <a:lnTo>
                  <a:pt x="144609" y="188877"/>
                </a:lnTo>
                <a:cubicBezTo>
                  <a:pt x="149515" y="188877"/>
                  <a:pt x="153462" y="184930"/>
                  <a:pt x="153462" y="180023"/>
                </a:cubicBezTo>
                <a:cubicBezTo>
                  <a:pt x="153462" y="175117"/>
                  <a:pt x="149515" y="171170"/>
                  <a:pt x="144609" y="171170"/>
                </a:cubicBezTo>
                <a:lnTo>
                  <a:pt x="118048" y="171170"/>
                </a:lnTo>
                <a:lnTo>
                  <a:pt x="112146" y="153462"/>
                </a:lnTo>
                <a:lnTo>
                  <a:pt x="165267" y="153462"/>
                </a:lnTo>
                <a:cubicBezTo>
                  <a:pt x="178289" y="153462"/>
                  <a:pt x="188877" y="142875"/>
                  <a:pt x="188877" y="129853"/>
                </a:cubicBezTo>
                <a:lnTo>
                  <a:pt x="188877" y="35414"/>
                </a:lnTo>
                <a:cubicBezTo>
                  <a:pt x="188877" y="22392"/>
                  <a:pt x="178289" y="11805"/>
                  <a:pt x="165267" y="11805"/>
                </a:cubicBezTo>
                <a:lnTo>
                  <a:pt x="23610" y="11805"/>
                </a:lnTo>
                <a:close/>
                <a:moveTo>
                  <a:pt x="35414" y="35414"/>
                </a:moveTo>
                <a:lnTo>
                  <a:pt x="153462" y="35414"/>
                </a:lnTo>
                <a:cubicBezTo>
                  <a:pt x="159992" y="35414"/>
                  <a:pt x="165267" y="40690"/>
                  <a:pt x="165267" y="47219"/>
                </a:cubicBezTo>
                <a:lnTo>
                  <a:pt x="165267" y="106243"/>
                </a:lnTo>
                <a:cubicBezTo>
                  <a:pt x="165267" y="112773"/>
                  <a:pt x="159992" y="118048"/>
                  <a:pt x="153462" y="118048"/>
                </a:cubicBezTo>
                <a:lnTo>
                  <a:pt x="35414" y="118048"/>
                </a:lnTo>
                <a:cubicBezTo>
                  <a:pt x="28885" y="118048"/>
                  <a:pt x="23610" y="112773"/>
                  <a:pt x="23610" y="106243"/>
                </a:cubicBezTo>
                <a:lnTo>
                  <a:pt x="23610" y="47219"/>
                </a:lnTo>
                <a:cubicBezTo>
                  <a:pt x="23610" y="40690"/>
                  <a:pt x="28885" y="35414"/>
                  <a:pt x="35414" y="3541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812331" y="1896324"/>
            <a:ext cx="1407132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 Layer (View)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12331" y="2160752"/>
            <a:ext cx="138824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Compose for Desktop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447369" y="1907971"/>
            <a:ext cx="1095486" cy="264428"/>
          </a:xfrm>
          <a:custGeom>
            <a:avLst/>
            <a:gdLst/>
            <a:ahLst/>
            <a:cxnLst/>
            <a:rect l="l" t="t" r="r" b="b"/>
            <a:pathLst>
              <a:path w="1095486" h="264428">
                <a:moveTo>
                  <a:pt x="132214" y="0"/>
                </a:moveTo>
                <a:lnTo>
                  <a:pt x="963272" y="0"/>
                </a:lnTo>
                <a:cubicBezTo>
                  <a:pt x="1036292" y="0"/>
                  <a:pt x="1095486" y="59194"/>
                  <a:pt x="1095486" y="132214"/>
                </a:cubicBezTo>
                <a:lnTo>
                  <a:pt x="1095486" y="132214"/>
                </a:lnTo>
                <a:cubicBezTo>
                  <a:pt x="1095486" y="205233"/>
                  <a:pt x="1036292" y="264428"/>
                  <a:pt x="963272" y="264428"/>
                </a:cubicBezTo>
                <a:lnTo>
                  <a:pt x="132214" y="264428"/>
                </a:lnTo>
                <a:cubicBezTo>
                  <a:pt x="59243" y="264428"/>
                  <a:pt x="0" y="205185"/>
                  <a:pt x="0" y="132214"/>
                </a:cubicBezTo>
                <a:lnTo>
                  <a:pt x="0" y="132214"/>
                </a:lnTo>
                <a:cubicBezTo>
                  <a:pt x="0" y="59243"/>
                  <a:pt x="59243" y="0"/>
                  <a:pt x="132214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0447369" y="1907971"/>
            <a:ext cx="1161593" cy="264428"/>
          </a:xfrm>
          <a:prstGeom prst="rect">
            <a:avLst/>
          </a:prstGeom>
          <a:noFill/>
          <a:ln/>
        </p:spPr>
        <p:txBody>
          <a:bodyPr wrap="square" lIns="113326" tIns="37775" rIns="113326" bIns="37775" rtlCol="0" anchor="b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Отображение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321251" y="2425179"/>
            <a:ext cx="628015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Декларативный UI, реактивное обновление через StateFlow, кастомные компоненты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91562" y="2755507"/>
            <a:ext cx="134576" cy="179435"/>
          </a:xfrm>
          <a:custGeom>
            <a:avLst/>
            <a:gdLst/>
            <a:ahLst/>
            <a:cxnLst/>
            <a:rect l="l" t="t" r="r" b="b"/>
            <a:pathLst>
              <a:path w="169989" h="226652">
                <a:moveTo>
                  <a:pt x="74990" y="222491"/>
                </a:moveTo>
                <a:cubicBezTo>
                  <a:pt x="80524" y="228025"/>
                  <a:pt x="89510" y="228025"/>
                  <a:pt x="95043" y="222491"/>
                </a:cubicBezTo>
                <a:lnTo>
                  <a:pt x="165872" y="151662"/>
                </a:lnTo>
                <a:cubicBezTo>
                  <a:pt x="171406" y="146129"/>
                  <a:pt x="171406" y="137142"/>
                  <a:pt x="165872" y="131609"/>
                </a:cubicBezTo>
                <a:cubicBezTo>
                  <a:pt x="160339" y="126075"/>
                  <a:pt x="151352" y="126075"/>
                  <a:pt x="145819" y="131609"/>
                </a:cubicBezTo>
                <a:lnTo>
                  <a:pt x="99160" y="178267"/>
                </a:lnTo>
                <a:lnTo>
                  <a:pt x="99160" y="14166"/>
                </a:lnTo>
                <a:cubicBezTo>
                  <a:pt x="99160" y="6330"/>
                  <a:pt x="92830" y="0"/>
                  <a:pt x="84995" y="0"/>
                </a:cubicBezTo>
                <a:cubicBezTo>
                  <a:pt x="77159" y="0"/>
                  <a:pt x="70829" y="6330"/>
                  <a:pt x="70829" y="14166"/>
                </a:cubicBezTo>
                <a:lnTo>
                  <a:pt x="70829" y="178267"/>
                </a:lnTo>
                <a:lnTo>
                  <a:pt x="24170" y="131609"/>
                </a:lnTo>
                <a:cubicBezTo>
                  <a:pt x="18637" y="126075"/>
                  <a:pt x="9650" y="126075"/>
                  <a:pt x="4117" y="131609"/>
                </a:cubicBezTo>
                <a:cubicBezTo>
                  <a:pt x="-1417" y="137142"/>
                  <a:pt x="-1417" y="146129"/>
                  <a:pt x="4117" y="151662"/>
                </a:cubicBezTo>
                <a:lnTo>
                  <a:pt x="74946" y="222491"/>
                </a:lnTo>
                <a:close/>
              </a:path>
            </a:pathLst>
          </a:custGeom>
          <a:solidFill>
            <a:srgbClr val="F4F4F4">
              <a:alpha val="4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86559" y="2982367"/>
            <a:ext cx="6459588" cy="944384"/>
          </a:xfrm>
          <a:custGeom>
            <a:avLst/>
            <a:gdLst/>
            <a:ahLst/>
            <a:cxnLst/>
            <a:rect l="l" t="t" r="r" b="b"/>
            <a:pathLst>
              <a:path w="6459588" h="944384">
                <a:moveTo>
                  <a:pt x="37775" y="0"/>
                </a:moveTo>
                <a:lnTo>
                  <a:pt x="6384037" y="0"/>
                </a:lnTo>
                <a:cubicBezTo>
                  <a:pt x="6425763" y="0"/>
                  <a:pt x="6459588" y="33825"/>
                  <a:pt x="6459588" y="75551"/>
                </a:cubicBezTo>
                <a:lnTo>
                  <a:pt x="6459588" y="868833"/>
                </a:lnTo>
                <a:cubicBezTo>
                  <a:pt x="6459588" y="910559"/>
                  <a:pt x="6425763" y="944384"/>
                  <a:pt x="6384037" y="944384"/>
                </a:cubicBezTo>
                <a:lnTo>
                  <a:pt x="37775" y="944384"/>
                </a:lnTo>
                <a:cubicBezTo>
                  <a:pt x="16913" y="944384"/>
                  <a:pt x="0" y="927472"/>
                  <a:pt x="0" y="906609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30000"/>
                </a:srgbClr>
              </a:gs>
              <a:gs pos="100000">
                <a:srgbClr val="4ADE80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9" name="Shape 47"/>
          <p:cNvSpPr/>
          <p:nvPr/>
        </p:nvSpPr>
        <p:spPr>
          <a:xfrm>
            <a:off x="5186559" y="2982367"/>
            <a:ext cx="37775" cy="944384"/>
          </a:xfrm>
          <a:custGeom>
            <a:avLst/>
            <a:gdLst/>
            <a:ahLst/>
            <a:cxnLst/>
            <a:rect l="l" t="t" r="r" b="b"/>
            <a:pathLst>
              <a:path w="37775" h="944384">
                <a:moveTo>
                  <a:pt x="37775" y="0"/>
                </a:moveTo>
                <a:lnTo>
                  <a:pt x="37775" y="0"/>
                </a:lnTo>
                <a:lnTo>
                  <a:pt x="37775" y="944384"/>
                </a:lnTo>
                <a:lnTo>
                  <a:pt x="37775" y="944384"/>
                </a:lnTo>
                <a:cubicBezTo>
                  <a:pt x="16913" y="944384"/>
                  <a:pt x="0" y="927472"/>
                  <a:pt x="0" y="906609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0" name="Shape 48"/>
          <p:cNvSpPr/>
          <p:nvPr/>
        </p:nvSpPr>
        <p:spPr>
          <a:xfrm>
            <a:off x="5318773" y="3133468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1" name="Shape 49"/>
          <p:cNvSpPr/>
          <p:nvPr/>
        </p:nvSpPr>
        <p:spPr>
          <a:xfrm>
            <a:off x="5413211" y="3227907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44268" y="20658"/>
                </a:moveTo>
                <a:cubicBezTo>
                  <a:pt x="44268" y="9259"/>
                  <a:pt x="53527" y="0"/>
                  <a:pt x="64926" y="0"/>
                </a:cubicBezTo>
                <a:lnTo>
                  <a:pt x="73780" y="0"/>
                </a:lnTo>
                <a:cubicBezTo>
                  <a:pt x="80310" y="0"/>
                  <a:pt x="85585" y="5275"/>
                  <a:pt x="85585" y="11805"/>
                </a:cubicBezTo>
                <a:lnTo>
                  <a:pt x="85585" y="177072"/>
                </a:lnTo>
                <a:cubicBezTo>
                  <a:pt x="85585" y="183602"/>
                  <a:pt x="80310" y="188877"/>
                  <a:pt x="73780" y="188877"/>
                </a:cubicBezTo>
                <a:lnTo>
                  <a:pt x="61975" y="188877"/>
                </a:lnTo>
                <a:cubicBezTo>
                  <a:pt x="50982" y="188877"/>
                  <a:pt x="41723" y="181351"/>
                  <a:pt x="39103" y="171170"/>
                </a:cubicBezTo>
                <a:cubicBezTo>
                  <a:pt x="38845" y="171170"/>
                  <a:pt x="38624" y="171170"/>
                  <a:pt x="38366" y="171170"/>
                </a:cubicBezTo>
                <a:cubicBezTo>
                  <a:pt x="22060" y="171170"/>
                  <a:pt x="8854" y="157963"/>
                  <a:pt x="8854" y="141658"/>
                </a:cubicBezTo>
                <a:cubicBezTo>
                  <a:pt x="8854" y="135017"/>
                  <a:pt x="11067" y="128894"/>
                  <a:pt x="14756" y="123950"/>
                </a:cubicBezTo>
                <a:cubicBezTo>
                  <a:pt x="7599" y="118564"/>
                  <a:pt x="2951" y="110006"/>
                  <a:pt x="2951" y="100341"/>
                </a:cubicBezTo>
                <a:cubicBezTo>
                  <a:pt x="2951" y="88942"/>
                  <a:pt x="9444" y="79018"/>
                  <a:pt x="18888" y="74112"/>
                </a:cubicBezTo>
                <a:cubicBezTo>
                  <a:pt x="16268" y="69685"/>
                  <a:pt x="14756" y="64521"/>
                  <a:pt x="14756" y="59024"/>
                </a:cubicBezTo>
                <a:cubicBezTo>
                  <a:pt x="14756" y="42719"/>
                  <a:pt x="27963" y="29512"/>
                  <a:pt x="44268" y="29512"/>
                </a:cubicBezTo>
                <a:lnTo>
                  <a:pt x="44268" y="20658"/>
                </a:lnTo>
                <a:close/>
                <a:moveTo>
                  <a:pt x="144609" y="20658"/>
                </a:moveTo>
                <a:lnTo>
                  <a:pt x="144609" y="29512"/>
                </a:lnTo>
                <a:cubicBezTo>
                  <a:pt x="160914" y="29512"/>
                  <a:pt x="174121" y="42719"/>
                  <a:pt x="174121" y="59024"/>
                </a:cubicBezTo>
                <a:cubicBezTo>
                  <a:pt x="174121" y="64558"/>
                  <a:pt x="172608" y="69722"/>
                  <a:pt x="169989" y="74112"/>
                </a:cubicBezTo>
                <a:cubicBezTo>
                  <a:pt x="179470" y="79018"/>
                  <a:pt x="185926" y="88905"/>
                  <a:pt x="185926" y="100341"/>
                </a:cubicBezTo>
                <a:cubicBezTo>
                  <a:pt x="185926" y="110006"/>
                  <a:pt x="181277" y="118564"/>
                  <a:pt x="174121" y="123950"/>
                </a:cubicBezTo>
                <a:cubicBezTo>
                  <a:pt x="177810" y="128894"/>
                  <a:pt x="180023" y="135017"/>
                  <a:pt x="180023" y="141658"/>
                </a:cubicBezTo>
                <a:cubicBezTo>
                  <a:pt x="180023" y="157963"/>
                  <a:pt x="166817" y="171170"/>
                  <a:pt x="150511" y="171170"/>
                </a:cubicBezTo>
                <a:cubicBezTo>
                  <a:pt x="150253" y="171170"/>
                  <a:pt x="150032" y="171170"/>
                  <a:pt x="149773" y="171170"/>
                </a:cubicBezTo>
                <a:cubicBezTo>
                  <a:pt x="147154" y="181351"/>
                  <a:pt x="137895" y="188877"/>
                  <a:pt x="126902" y="188877"/>
                </a:cubicBezTo>
                <a:lnTo>
                  <a:pt x="115097" y="188877"/>
                </a:lnTo>
                <a:cubicBezTo>
                  <a:pt x="108567" y="188877"/>
                  <a:pt x="103292" y="183602"/>
                  <a:pt x="103292" y="177072"/>
                </a:cubicBezTo>
                <a:lnTo>
                  <a:pt x="103292" y="11805"/>
                </a:lnTo>
                <a:cubicBezTo>
                  <a:pt x="103292" y="5275"/>
                  <a:pt x="108567" y="0"/>
                  <a:pt x="115097" y="0"/>
                </a:cubicBezTo>
                <a:lnTo>
                  <a:pt x="123950" y="0"/>
                </a:lnTo>
                <a:cubicBezTo>
                  <a:pt x="135349" y="0"/>
                  <a:pt x="144609" y="9259"/>
                  <a:pt x="144609" y="20658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52" name="Text 50"/>
          <p:cNvSpPr/>
          <p:nvPr/>
        </p:nvSpPr>
        <p:spPr>
          <a:xfrm>
            <a:off x="5809853" y="3095693"/>
            <a:ext cx="1586565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ViewModel Layer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809853" y="3360120"/>
            <a:ext cx="1567678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Kotlin Coroutines &amp; Flow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645690" y="3114582"/>
            <a:ext cx="897165" cy="264428"/>
          </a:xfrm>
          <a:custGeom>
            <a:avLst/>
            <a:gdLst/>
            <a:ahLst/>
            <a:cxnLst/>
            <a:rect l="l" t="t" r="r" b="b"/>
            <a:pathLst>
              <a:path w="897165" h="264428">
                <a:moveTo>
                  <a:pt x="132214" y="0"/>
                </a:moveTo>
                <a:lnTo>
                  <a:pt x="764951" y="0"/>
                </a:lnTo>
                <a:cubicBezTo>
                  <a:pt x="837971" y="0"/>
                  <a:pt x="897165" y="59194"/>
                  <a:pt x="897165" y="132214"/>
                </a:cubicBezTo>
                <a:lnTo>
                  <a:pt x="897165" y="132214"/>
                </a:lnTo>
                <a:cubicBezTo>
                  <a:pt x="897165" y="205233"/>
                  <a:pt x="837971" y="264428"/>
                  <a:pt x="764951" y="264428"/>
                </a:cubicBezTo>
                <a:lnTo>
                  <a:pt x="132214" y="264428"/>
                </a:lnTo>
                <a:cubicBezTo>
                  <a:pt x="59243" y="264428"/>
                  <a:pt x="0" y="205185"/>
                  <a:pt x="0" y="132214"/>
                </a:cubicBezTo>
                <a:lnTo>
                  <a:pt x="0" y="132214"/>
                </a:lnTo>
                <a:cubicBezTo>
                  <a:pt x="0" y="59243"/>
                  <a:pt x="59243" y="0"/>
                  <a:pt x="132214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543696" y="3105140"/>
            <a:ext cx="1076598" cy="264428"/>
          </a:xfrm>
          <a:prstGeom prst="rect">
            <a:avLst/>
          </a:prstGeom>
          <a:noFill/>
          <a:ln/>
        </p:spPr>
        <p:txBody>
          <a:bodyPr wrap="square" lIns="113326" tIns="37775" rIns="113326" bIns="37775" rtlCol="0" anchor="ctr"/>
          <a:lstStyle/>
          <a:p>
            <a:pPr algn="ctr">
              <a:lnSpc>
                <a:spcPct val="120000"/>
              </a:lnSpc>
            </a:pPr>
            <a:r>
              <a:rPr lang="en-US" sz="104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Состояние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18773" y="3624548"/>
            <a:ext cx="628015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Управление состоянием приложения, бизнес-логика представления, реактивные потоки данных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186559" y="4191176"/>
            <a:ext cx="6459588" cy="944384"/>
          </a:xfrm>
          <a:custGeom>
            <a:avLst/>
            <a:gdLst/>
            <a:ahLst/>
            <a:cxnLst/>
            <a:rect l="l" t="t" r="r" b="b"/>
            <a:pathLst>
              <a:path w="6459588" h="944384">
                <a:moveTo>
                  <a:pt x="37775" y="0"/>
                </a:moveTo>
                <a:lnTo>
                  <a:pt x="6384037" y="0"/>
                </a:lnTo>
                <a:cubicBezTo>
                  <a:pt x="6425763" y="0"/>
                  <a:pt x="6459588" y="33825"/>
                  <a:pt x="6459588" y="75551"/>
                </a:cubicBezTo>
                <a:lnTo>
                  <a:pt x="6459588" y="868833"/>
                </a:lnTo>
                <a:cubicBezTo>
                  <a:pt x="6459588" y="910559"/>
                  <a:pt x="6425763" y="944384"/>
                  <a:pt x="6384037" y="944384"/>
                </a:cubicBezTo>
                <a:lnTo>
                  <a:pt x="37775" y="944384"/>
                </a:lnTo>
                <a:cubicBezTo>
                  <a:pt x="16913" y="944384"/>
                  <a:pt x="0" y="927472"/>
                  <a:pt x="0" y="906609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gradFill flip="none" rotWithShape="1">
            <a:gsLst>
              <a:gs pos="0">
                <a:srgbClr val="ECB324">
                  <a:alpha val="30000"/>
                </a:srgbClr>
              </a:gs>
              <a:gs pos="100000">
                <a:srgbClr val="ECB324">
                  <a:alpha val="1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59" name="Shape 57"/>
          <p:cNvSpPr/>
          <p:nvPr/>
        </p:nvSpPr>
        <p:spPr>
          <a:xfrm>
            <a:off x="5186559" y="4191176"/>
            <a:ext cx="37775" cy="944384"/>
          </a:xfrm>
          <a:custGeom>
            <a:avLst/>
            <a:gdLst/>
            <a:ahLst/>
            <a:cxnLst/>
            <a:rect l="l" t="t" r="r" b="b"/>
            <a:pathLst>
              <a:path w="37775" h="944384">
                <a:moveTo>
                  <a:pt x="37775" y="0"/>
                </a:moveTo>
                <a:lnTo>
                  <a:pt x="37775" y="0"/>
                </a:lnTo>
                <a:lnTo>
                  <a:pt x="37775" y="944384"/>
                </a:lnTo>
                <a:lnTo>
                  <a:pt x="37775" y="944384"/>
                </a:lnTo>
                <a:cubicBezTo>
                  <a:pt x="16913" y="944384"/>
                  <a:pt x="0" y="927472"/>
                  <a:pt x="0" y="906609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60" name="Shape 58"/>
          <p:cNvSpPr/>
          <p:nvPr/>
        </p:nvSpPr>
        <p:spPr>
          <a:xfrm>
            <a:off x="5318773" y="4342277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61" name="Shape 59"/>
          <p:cNvSpPr/>
          <p:nvPr/>
        </p:nvSpPr>
        <p:spPr>
          <a:xfrm>
            <a:off x="5425016" y="4436715"/>
            <a:ext cx="165267" cy="188877"/>
          </a:xfrm>
          <a:custGeom>
            <a:avLst/>
            <a:gdLst/>
            <a:ahLst/>
            <a:cxnLst/>
            <a:rect l="l" t="t" r="r" b="b"/>
            <a:pathLst>
              <a:path w="165267" h="188877">
                <a:moveTo>
                  <a:pt x="165267" y="75920"/>
                </a:moveTo>
                <a:cubicBezTo>
                  <a:pt x="159808" y="79535"/>
                  <a:pt x="153536" y="82449"/>
                  <a:pt x="147007" y="84773"/>
                </a:cubicBezTo>
                <a:cubicBezTo>
                  <a:pt x="129668" y="90971"/>
                  <a:pt x="106907" y="94438"/>
                  <a:pt x="82634" y="94438"/>
                </a:cubicBezTo>
                <a:cubicBezTo>
                  <a:pt x="58360" y="94438"/>
                  <a:pt x="35562" y="90934"/>
                  <a:pt x="18261" y="84773"/>
                </a:cubicBezTo>
                <a:cubicBezTo>
                  <a:pt x="11768" y="82449"/>
                  <a:pt x="5460" y="79535"/>
                  <a:pt x="0" y="75920"/>
                </a:cubicBezTo>
                <a:lnTo>
                  <a:pt x="0" y="106243"/>
                </a:lnTo>
                <a:cubicBezTo>
                  <a:pt x="0" y="122549"/>
                  <a:pt x="37001" y="135755"/>
                  <a:pt x="82634" y="135755"/>
                </a:cubicBezTo>
                <a:cubicBezTo>
                  <a:pt x="128267" y="135755"/>
                  <a:pt x="165267" y="122549"/>
                  <a:pt x="165267" y="106243"/>
                </a:cubicBezTo>
                <a:lnTo>
                  <a:pt x="165267" y="75920"/>
                </a:lnTo>
                <a:close/>
                <a:moveTo>
                  <a:pt x="165267" y="47219"/>
                </a:moveTo>
                <a:lnTo>
                  <a:pt x="165267" y="29512"/>
                </a:lnTo>
                <a:cubicBezTo>
                  <a:pt x="165267" y="13207"/>
                  <a:pt x="128267" y="0"/>
                  <a:pt x="82634" y="0"/>
                </a:cubicBezTo>
                <a:cubicBezTo>
                  <a:pt x="37001" y="0"/>
                  <a:pt x="0" y="13207"/>
                  <a:pt x="0" y="29512"/>
                </a:cubicBezTo>
                <a:lnTo>
                  <a:pt x="0" y="47219"/>
                </a:lnTo>
                <a:cubicBezTo>
                  <a:pt x="0" y="63525"/>
                  <a:pt x="37001" y="76731"/>
                  <a:pt x="82634" y="76731"/>
                </a:cubicBezTo>
                <a:cubicBezTo>
                  <a:pt x="128267" y="76731"/>
                  <a:pt x="165267" y="63525"/>
                  <a:pt x="165267" y="47219"/>
                </a:cubicBezTo>
                <a:close/>
                <a:moveTo>
                  <a:pt x="147007" y="143797"/>
                </a:moveTo>
                <a:cubicBezTo>
                  <a:pt x="129705" y="149958"/>
                  <a:pt x="106944" y="153462"/>
                  <a:pt x="82634" y="153462"/>
                </a:cubicBezTo>
                <a:cubicBezTo>
                  <a:pt x="58323" y="153462"/>
                  <a:pt x="35562" y="149958"/>
                  <a:pt x="18261" y="143797"/>
                </a:cubicBezTo>
                <a:cubicBezTo>
                  <a:pt x="11768" y="141473"/>
                  <a:pt x="5460" y="138559"/>
                  <a:pt x="0" y="134944"/>
                </a:cubicBezTo>
                <a:lnTo>
                  <a:pt x="0" y="159365"/>
                </a:lnTo>
                <a:cubicBezTo>
                  <a:pt x="0" y="175670"/>
                  <a:pt x="37001" y="188877"/>
                  <a:pt x="82634" y="188877"/>
                </a:cubicBezTo>
                <a:cubicBezTo>
                  <a:pt x="128267" y="188877"/>
                  <a:pt x="165267" y="175670"/>
                  <a:pt x="165267" y="159365"/>
                </a:cubicBezTo>
                <a:lnTo>
                  <a:pt x="165267" y="134944"/>
                </a:lnTo>
                <a:cubicBezTo>
                  <a:pt x="159808" y="138559"/>
                  <a:pt x="153536" y="141473"/>
                  <a:pt x="147007" y="143797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62" name="Text 60"/>
          <p:cNvSpPr/>
          <p:nvPr/>
        </p:nvSpPr>
        <p:spPr>
          <a:xfrm>
            <a:off x="5809853" y="4304502"/>
            <a:ext cx="1397689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Repository Layer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809853" y="4568929"/>
            <a:ext cx="1378801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FinanceRepository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0816623" y="4323392"/>
            <a:ext cx="717732" cy="264428"/>
          </a:xfrm>
          <a:custGeom>
            <a:avLst/>
            <a:gdLst/>
            <a:ahLst/>
            <a:cxnLst/>
            <a:rect l="l" t="t" r="r" b="b"/>
            <a:pathLst>
              <a:path w="717732" h="264428">
                <a:moveTo>
                  <a:pt x="132214" y="0"/>
                </a:moveTo>
                <a:lnTo>
                  <a:pt x="585518" y="0"/>
                </a:lnTo>
                <a:cubicBezTo>
                  <a:pt x="658538" y="0"/>
                  <a:pt x="717732" y="59194"/>
                  <a:pt x="717732" y="132214"/>
                </a:cubicBezTo>
                <a:lnTo>
                  <a:pt x="717732" y="132214"/>
                </a:lnTo>
                <a:cubicBezTo>
                  <a:pt x="717732" y="205233"/>
                  <a:pt x="658538" y="264428"/>
                  <a:pt x="585518" y="264428"/>
                </a:cubicBezTo>
                <a:lnTo>
                  <a:pt x="132214" y="264428"/>
                </a:lnTo>
                <a:cubicBezTo>
                  <a:pt x="59243" y="264428"/>
                  <a:pt x="0" y="205185"/>
                  <a:pt x="0" y="132214"/>
                </a:cubicBezTo>
                <a:lnTo>
                  <a:pt x="0" y="132214"/>
                </a:lnTo>
                <a:cubicBezTo>
                  <a:pt x="0" y="59243"/>
                  <a:pt x="59243" y="0"/>
                  <a:pt x="132214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801159" y="4315310"/>
            <a:ext cx="783839" cy="264428"/>
          </a:xfrm>
          <a:prstGeom prst="rect">
            <a:avLst/>
          </a:prstGeom>
          <a:noFill/>
          <a:ln/>
        </p:spPr>
        <p:txBody>
          <a:bodyPr wrap="square" lIns="113326" tIns="37775" rIns="113326" bIns="37775" rtlCol="0" anchor="b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Данные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318773" y="4833357"/>
            <a:ext cx="628015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Абстракция доступа к данным, единая точка входа, координация операций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211361" y="5376824"/>
            <a:ext cx="6459588" cy="944384"/>
          </a:xfrm>
          <a:custGeom>
            <a:avLst/>
            <a:gdLst/>
            <a:ahLst/>
            <a:cxnLst/>
            <a:rect l="l" t="t" r="r" b="b"/>
            <a:pathLst>
              <a:path w="6459588" h="944384">
                <a:moveTo>
                  <a:pt x="37775" y="0"/>
                </a:moveTo>
                <a:lnTo>
                  <a:pt x="6384037" y="0"/>
                </a:lnTo>
                <a:cubicBezTo>
                  <a:pt x="6425763" y="0"/>
                  <a:pt x="6459588" y="33825"/>
                  <a:pt x="6459588" y="75551"/>
                </a:cubicBezTo>
                <a:lnTo>
                  <a:pt x="6459588" y="868833"/>
                </a:lnTo>
                <a:cubicBezTo>
                  <a:pt x="6459588" y="910559"/>
                  <a:pt x="6425763" y="944384"/>
                  <a:pt x="6384037" y="944384"/>
                </a:cubicBezTo>
                <a:lnTo>
                  <a:pt x="37775" y="944384"/>
                </a:lnTo>
                <a:cubicBezTo>
                  <a:pt x="16913" y="944384"/>
                  <a:pt x="0" y="927472"/>
                  <a:pt x="0" y="906609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gradFill flip="none" rotWithShape="1">
            <a:gsLst>
              <a:gs pos="0">
                <a:srgbClr val="EF4444">
                  <a:alpha val="30000"/>
                </a:srgbClr>
              </a:gs>
              <a:gs pos="100000">
                <a:srgbClr val="EF4444">
                  <a:alpha val="1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9" name="Shape 67"/>
          <p:cNvSpPr/>
          <p:nvPr/>
        </p:nvSpPr>
        <p:spPr>
          <a:xfrm>
            <a:off x="5186559" y="5372275"/>
            <a:ext cx="37775" cy="944384"/>
          </a:xfrm>
          <a:custGeom>
            <a:avLst/>
            <a:gdLst/>
            <a:ahLst/>
            <a:cxnLst/>
            <a:rect l="l" t="t" r="r" b="b"/>
            <a:pathLst>
              <a:path w="37775" h="944384">
                <a:moveTo>
                  <a:pt x="37775" y="0"/>
                </a:moveTo>
                <a:lnTo>
                  <a:pt x="37775" y="0"/>
                </a:lnTo>
                <a:lnTo>
                  <a:pt x="37775" y="944384"/>
                </a:lnTo>
                <a:lnTo>
                  <a:pt x="37775" y="944384"/>
                </a:lnTo>
                <a:cubicBezTo>
                  <a:pt x="16913" y="944384"/>
                  <a:pt x="0" y="927472"/>
                  <a:pt x="0" y="906609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70" name="Shape 68"/>
          <p:cNvSpPr/>
          <p:nvPr/>
        </p:nvSpPr>
        <p:spPr>
          <a:xfrm>
            <a:off x="5318773" y="5523377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71" name="Shape 69"/>
          <p:cNvSpPr/>
          <p:nvPr/>
        </p:nvSpPr>
        <p:spPr>
          <a:xfrm>
            <a:off x="5425016" y="5617815"/>
            <a:ext cx="165267" cy="188877"/>
          </a:xfrm>
          <a:custGeom>
            <a:avLst/>
            <a:gdLst/>
            <a:ahLst/>
            <a:cxnLst/>
            <a:rect l="l" t="t" r="r" b="b"/>
            <a:pathLst>
              <a:path w="165267" h="188877">
                <a:moveTo>
                  <a:pt x="23610" y="11805"/>
                </a:moveTo>
                <a:cubicBezTo>
                  <a:pt x="10587" y="11805"/>
                  <a:pt x="0" y="22392"/>
                  <a:pt x="0" y="35414"/>
                </a:cubicBezTo>
                <a:lnTo>
                  <a:pt x="0" y="95951"/>
                </a:lnTo>
                <a:cubicBezTo>
                  <a:pt x="6677" y="91266"/>
                  <a:pt x="14830" y="88536"/>
                  <a:pt x="23610" y="88536"/>
                </a:cubicBezTo>
                <a:lnTo>
                  <a:pt x="141658" y="88536"/>
                </a:lnTo>
                <a:cubicBezTo>
                  <a:pt x="150437" y="88536"/>
                  <a:pt x="158590" y="91266"/>
                  <a:pt x="165267" y="95951"/>
                </a:cubicBezTo>
                <a:lnTo>
                  <a:pt x="165267" y="35414"/>
                </a:lnTo>
                <a:cubicBezTo>
                  <a:pt x="165267" y="22392"/>
                  <a:pt x="154680" y="11805"/>
                  <a:pt x="141658" y="11805"/>
                </a:cubicBezTo>
                <a:lnTo>
                  <a:pt x="23610" y="11805"/>
                </a:lnTo>
                <a:close/>
                <a:moveTo>
                  <a:pt x="165267" y="129853"/>
                </a:moveTo>
                <a:cubicBezTo>
                  <a:pt x="165267" y="116831"/>
                  <a:pt x="154680" y="106243"/>
                  <a:pt x="141658" y="106243"/>
                </a:cubicBezTo>
                <a:lnTo>
                  <a:pt x="23610" y="106243"/>
                </a:lnTo>
                <a:cubicBezTo>
                  <a:pt x="10587" y="106243"/>
                  <a:pt x="0" y="116831"/>
                  <a:pt x="0" y="129853"/>
                </a:cubicBezTo>
                <a:lnTo>
                  <a:pt x="0" y="153462"/>
                </a:lnTo>
                <a:cubicBezTo>
                  <a:pt x="0" y="166485"/>
                  <a:pt x="10587" y="177072"/>
                  <a:pt x="23610" y="177072"/>
                </a:cubicBezTo>
                <a:lnTo>
                  <a:pt x="141658" y="177072"/>
                </a:lnTo>
                <a:cubicBezTo>
                  <a:pt x="154680" y="177072"/>
                  <a:pt x="165267" y="166485"/>
                  <a:pt x="165267" y="153462"/>
                </a:cubicBezTo>
                <a:lnTo>
                  <a:pt x="165267" y="129853"/>
                </a:lnTo>
                <a:close/>
                <a:moveTo>
                  <a:pt x="82634" y="141658"/>
                </a:moveTo>
                <a:cubicBezTo>
                  <a:pt x="82634" y="135142"/>
                  <a:pt x="87923" y="129853"/>
                  <a:pt x="94438" y="129853"/>
                </a:cubicBezTo>
                <a:cubicBezTo>
                  <a:pt x="100954" y="129853"/>
                  <a:pt x="106243" y="135142"/>
                  <a:pt x="106243" y="141658"/>
                </a:cubicBezTo>
                <a:cubicBezTo>
                  <a:pt x="106243" y="148173"/>
                  <a:pt x="100954" y="153462"/>
                  <a:pt x="94438" y="153462"/>
                </a:cubicBezTo>
                <a:cubicBezTo>
                  <a:pt x="87923" y="153462"/>
                  <a:pt x="82634" y="148173"/>
                  <a:pt x="82634" y="141658"/>
                </a:cubicBezTo>
                <a:close/>
                <a:moveTo>
                  <a:pt x="129853" y="129853"/>
                </a:moveTo>
                <a:cubicBezTo>
                  <a:pt x="136368" y="129853"/>
                  <a:pt x="141658" y="135142"/>
                  <a:pt x="141658" y="141658"/>
                </a:cubicBezTo>
                <a:cubicBezTo>
                  <a:pt x="141658" y="148173"/>
                  <a:pt x="136368" y="153462"/>
                  <a:pt x="129853" y="153462"/>
                </a:cubicBezTo>
                <a:cubicBezTo>
                  <a:pt x="123338" y="153462"/>
                  <a:pt x="118048" y="148173"/>
                  <a:pt x="118048" y="141658"/>
                </a:cubicBezTo>
                <a:cubicBezTo>
                  <a:pt x="118048" y="135142"/>
                  <a:pt x="123338" y="129853"/>
                  <a:pt x="129853" y="1298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5809853" y="5485602"/>
            <a:ext cx="991603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809853" y="5750029"/>
            <a:ext cx="972716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SQLite + JDBC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0713685" y="5523377"/>
            <a:ext cx="840502" cy="264428"/>
          </a:xfrm>
          <a:custGeom>
            <a:avLst/>
            <a:gdLst/>
            <a:ahLst/>
            <a:cxnLst/>
            <a:rect l="l" t="t" r="r" b="b"/>
            <a:pathLst>
              <a:path w="840502" h="264428">
                <a:moveTo>
                  <a:pt x="132214" y="0"/>
                </a:moveTo>
                <a:lnTo>
                  <a:pt x="708288" y="0"/>
                </a:lnTo>
                <a:cubicBezTo>
                  <a:pt x="781308" y="0"/>
                  <a:pt x="840502" y="59194"/>
                  <a:pt x="840502" y="132214"/>
                </a:cubicBezTo>
                <a:lnTo>
                  <a:pt x="840502" y="132214"/>
                </a:lnTo>
                <a:cubicBezTo>
                  <a:pt x="840502" y="205233"/>
                  <a:pt x="781308" y="264428"/>
                  <a:pt x="708288" y="264428"/>
                </a:cubicBezTo>
                <a:lnTo>
                  <a:pt x="132214" y="264428"/>
                </a:lnTo>
                <a:cubicBezTo>
                  <a:pt x="59243" y="264428"/>
                  <a:pt x="0" y="205185"/>
                  <a:pt x="0" y="132214"/>
                </a:cubicBezTo>
                <a:lnTo>
                  <a:pt x="0" y="132214"/>
                </a:lnTo>
                <a:cubicBezTo>
                  <a:pt x="0" y="59243"/>
                  <a:pt x="59243" y="0"/>
                  <a:pt x="132214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10713685" y="5523377"/>
            <a:ext cx="906609" cy="264428"/>
          </a:xfrm>
          <a:prstGeom prst="rect">
            <a:avLst/>
          </a:prstGeom>
          <a:noFill/>
          <a:ln/>
        </p:spPr>
        <p:txBody>
          <a:bodyPr wrap="square" lIns="113326" tIns="37775" rIns="113326" bIns="37775" rtlCol="0" anchor="b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Хранение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5318773" y="6014457"/>
            <a:ext cx="628015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Локальное хранение данных, SQL-запросы с PreparedStatement, транзакции</a:t>
            </a:r>
            <a:endParaRPr lang="en-US" sz="1600" dirty="0"/>
          </a:p>
        </p:txBody>
      </p:sp>
      <p:sp>
        <p:nvSpPr>
          <p:cNvPr id="77" name="Shape 45">
            <a:extLst>
              <a:ext uri="{FF2B5EF4-FFF2-40B4-BE49-F238E27FC236}">
                <a16:creationId xmlns:a16="http://schemas.microsoft.com/office/drawing/2014/main" id="{FD05F1DA-1B85-44E3-FDF3-057E80E5E33F}"/>
              </a:ext>
            </a:extLst>
          </p:cNvPr>
          <p:cNvSpPr/>
          <p:nvPr/>
        </p:nvSpPr>
        <p:spPr>
          <a:xfrm>
            <a:off x="8391562" y="3969244"/>
            <a:ext cx="134576" cy="179435"/>
          </a:xfrm>
          <a:custGeom>
            <a:avLst/>
            <a:gdLst/>
            <a:ahLst/>
            <a:cxnLst/>
            <a:rect l="l" t="t" r="r" b="b"/>
            <a:pathLst>
              <a:path w="169989" h="226652">
                <a:moveTo>
                  <a:pt x="74990" y="222491"/>
                </a:moveTo>
                <a:cubicBezTo>
                  <a:pt x="80524" y="228025"/>
                  <a:pt x="89510" y="228025"/>
                  <a:pt x="95043" y="222491"/>
                </a:cubicBezTo>
                <a:lnTo>
                  <a:pt x="165872" y="151662"/>
                </a:lnTo>
                <a:cubicBezTo>
                  <a:pt x="171406" y="146129"/>
                  <a:pt x="171406" y="137142"/>
                  <a:pt x="165872" y="131609"/>
                </a:cubicBezTo>
                <a:cubicBezTo>
                  <a:pt x="160339" y="126075"/>
                  <a:pt x="151352" y="126075"/>
                  <a:pt x="145819" y="131609"/>
                </a:cubicBezTo>
                <a:lnTo>
                  <a:pt x="99160" y="178267"/>
                </a:lnTo>
                <a:lnTo>
                  <a:pt x="99160" y="14166"/>
                </a:lnTo>
                <a:cubicBezTo>
                  <a:pt x="99160" y="6330"/>
                  <a:pt x="92830" y="0"/>
                  <a:pt x="84995" y="0"/>
                </a:cubicBezTo>
                <a:cubicBezTo>
                  <a:pt x="77159" y="0"/>
                  <a:pt x="70829" y="6330"/>
                  <a:pt x="70829" y="14166"/>
                </a:cubicBezTo>
                <a:lnTo>
                  <a:pt x="70829" y="178267"/>
                </a:lnTo>
                <a:lnTo>
                  <a:pt x="24170" y="131609"/>
                </a:lnTo>
                <a:cubicBezTo>
                  <a:pt x="18637" y="126075"/>
                  <a:pt x="9650" y="126075"/>
                  <a:pt x="4117" y="131609"/>
                </a:cubicBezTo>
                <a:cubicBezTo>
                  <a:pt x="-1417" y="137142"/>
                  <a:pt x="-1417" y="146129"/>
                  <a:pt x="4117" y="151662"/>
                </a:cubicBezTo>
                <a:lnTo>
                  <a:pt x="74946" y="222491"/>
                </a:lnTo>
                <a:close/>
              </a:path>
            </a:pathLst>
          </a:custGeom>
          <a:solidFill>
            <a:srgbClr val="F4F4F4">
              <a:alpha val="40000"/>
            </a:srgbClr>
          </a:solidFill>
          <a:ln/>
        </p:spPr>
      </p:sp>
      <p:sp>
        <p:nvSpPr>
          <p:cNvPr id="78" name="Shape 45">
            <a:extLst>
              <a:ext uri="{FF2B5EF4-FFF2-40B4-BE49-F238E27FC236}">
                <a16:creationId xmlns:a16="http://schemas.microsoft.com/office/drawing/2014/main" id="{927DFC7C-E25B-3525-EC2B-9087617E1A29}"/>
              </a:ext>
            </a:extLst>
          </p:cNvPr>
          <p:cNvSpPr/>
          <p:nvPr/>
        </p:nvSpPr>
        <p:spPr>
          <a:xfrm>
            <a:off x="8391562" y="5167670"/>
            <a:ext cx="134576" cy="179435"/>
          </a:xfrm>
          <a:custGeom>
            <a:avLst/>
            <a:gdLst/>
            <a:ahLst/>
            <a:cxnLst/>
            <a:rect l="l" t="t" r="r" b="b"/>
            <a:pathLst>
              <a:path w="169989" h="226652">
                <a:moveTo>
                  <a:pt x="74990" y="222491"/>
                </a:moveTo>
                <a:cubicBezTo>
                  <a:pt x="80524" y="228025"/>
                  <a:pt x="89510" y="228025"/>
                  <a:pt x="95043" y="222491"/>
                </a:cubicBezTo>
                <a:lnTo>
                  <a:pt x="165872" y="151662"/>
                </a:lnTo>
                <a:cubicBezTo>
                  <a:pt x="171406" y="146129"/>
                  <a:pt x="171406" y="137142"/>
                  <a:pt x="165872" y="131609"/>
                </a:cubicBezTo>
                <a:cubicBezTo>
                  <a:pt x="160339" y="126075"/>
                  <a:pt x="151352" y="126075"/>
                  <a:pt x="145819" y="131609"/>
                </a:cubicBezTo>
                <a:lnTo>
                  <a:pt x="99160" y="178267"/>
                </a:lnTo>
                <a:lnTo>
                  <a:pt x="99160" y="14166"/>
                </a:lnTo>
                <a:cubicBezTo>
                  <a:pt x="99160" y="6330"/>
                  <a:pt x="92830" y="0"/>
                  <a:pt x="84995" y="0"/>
                </a:cubicBezTo>
                <a:cubicBezTo>
                  <a:pt x="77159" y="0"/>
                  <a:pt x="70829" y="6330"/>
                  <a:pt x="70829" y="14166"/>
                </a:cubicBezTo>
                <a:lnTo>
                  <a:pt x="70829" y="178267"/>
                </a:lnTo>
                <a:lnTo>
                  <a:pt x="24170" y="131609"/>
                </a:lnTo>
                <a:cubicBezTo>
                  <a:pt x="18637" y="126075"/>
                  <a:pt x="9650" y="126075"/>
                  <a:pt x="4117" y="131609"/>
                </a:cubicBezTo>
                <a:cubicBezTo>
                  <a:pt x="-1417" y="137142"/>
                  <a:pt x="-1417" y="146129"/>
                  <a:pt x="4117" y="151662"/>
                </a:cubicBezTo>
                <a:lnTo>
                  <a:pt x="74946" y="222491"/>
                </a:lnTo>
                <a:close/>
              </a:path>
            </a:pathLst>
          </a:custGeom>
          <a:solidFill>
            <a:srgbClr val="F4F4F4">
              <a:alpha val="40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780" y="397958"/>
            <a:ext cx="36178" cy="289424"/>
          </a:xfrm>
          <a:custGeom>
            <a:avLst/>
            <a:gdLst/>
            <a:ahLst/>
            <a:cxnLst/>
            <a:rect l="l" t="t" r="r" b="b"/>
            <a:pathLst>
              <a:path w="36178" h="289424">
                <a:moveTo>
                  <a:pt x="18089" y="0"/>
                </a:moveTo>
                <a:lnTo>
                  <a:pt x="18089" y="0"/>
                </a:lnTo>
                <a:cubicBezTo>
                  <a:pt x="28073" y="0"/>
                  <a:pt x="36178" y="8105"/>
                  <a:pt x="36178" y="18089"/>
                </a:cubicBezTo>
                <a:lnTo>
                  <a:pt x="36178" y="271335"/>
                </a:lnTo>
                <a:cubicBezTo>
                  <a:pt x="36178" y="281326"/>
                  <a:pt x="28079" y="289424"/>
                  <a:pt x="18089" y="289424"/>
                </a:cubicBezTo>
                <a:lnTo>
                  <a:pt x="18089" y="289424"/>
                </a:lnTo>
                <a:cubicBezTo>
                  <a:pt x="8099" y="289424"/>
                  <a:pt x="0" y="281326"/>
                  <a:pt x="0" y="271335"/>
                </a:cubicBezTo>
                <a:lnTo>
                  <a:pt x="0" y="18089"/>
                </a:lnTo>
                <a:cubicBezTo>
                  <a:pt x="0" y="8105"/>
                  <a:pt x="8105" y="0"/>
                  <a:pt x="18089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3" name="Text 1"/>
          <p:cNvSpPr/>
          <p:nvPr/>
        </p:nvSpPr>
        <p:spPr>
          <a:xfrm>
            <a:off x="506493" y="361780"/>
            <a:ext cx="4124297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4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Наиболее значимые риски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6493" y="795917"/>
            <a:ext cx="1140512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Оценка рисков, матрица и планы реагирования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398" y="1161315"/>
            <a:ext cx="5651010" cy="2973835"/>
          </a:xfrm>
          <a:custGeom>
            <a:avLst/>
            <a:gdLst/>
            <a:ahLst/>
            <a:cxnLst/>
            <a:rect l="l" t="t" r="r" b="b"/>
            <a:pathLst>
              <a:path w="5651010" h="2973835">
                <a:moveTo>
                  <a:pt x="108545" y="0"/>
                </a:moveTo>
                <a:lnTo>
                  <a:pt x="5542465" y="0"/>
                </a:lnTo>
                <a:cubicBezTo>
                  <a:pt x="5602413" y="0"/>
                  <a:pt x="5651010" y="48597"/>
                  <a:pt x="5651010" y="108545"/>
                </a:cubicBezTo>
                <a:lnTo>
                  <a:pt x="5651010" y="2865290"/>
                </a:lnTo>
                <a:cubicBezTo>
                  <a:pt x="5651010" y="2925238"/>
                  <a:pt x="5602413" y="2973835"/>
                  <a:pt x="5542465" y="2973835"/>
                </a:cubicBezTo>
                <a:lnTo>
                  <a:pt x="108545" y="2973835"/>
                </a:lnTo>
                <a:cubicBezTo>
                  <a:pt x="48597" y="2973835"/>
                  <a:pt x="0" y="2925238"/>
                  <a:pt x="0" y="2865290"/>
                </a:cubicBezTo>
                <a:lnTo>
                  <a:pt x="0" y="108545"/>
                </a:lnTo>
                <a:cubicBezTo>
                  <a:pt x="0" y="48637"/>
                  <a:pt x="48637" y="0"/>
                  <a:pt x="108545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728" y="1309646"/>
            <a:ext cx="5444795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Матрица рисков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3728" y="1671426"/>
            <a:ext cx="1763680" cy="325602"/>
          </a:xfrm>
          <a:custGeom>
            <a:avLst/>
            <a:gdLst/>
            <a:ahLst/>
            <a:cxnLst/>
            <a:rect l="l" t="t" r="r" b="b"/>
            <a:pathLst>
              <a:path w="1763680" h="325602">
                <a:moveTo>
                  <a:pt x="36178" y="0"/>
                </a:moveTo>
                <a:lnTo>
                  <a:pt x="1727502" y="0"/>
                </a:lnTo>
                <a:cubicBezTo>
                  <a:pt x="1747482" y="0"/>
                  <a:pt x="1763680" y="16197"/>
                  <a:pt x="1763680" y="36178"/>
                </a:cubicBezTo>
                <a:lnTo>
                  <a:pt x="1763680" y="289425"/>
                </a:lnTo>
                <a:cubicBezTo>
                  <a:pt x="1763680" y="309405"/>
                  <a:pt x="1747482" y="325602"/>
                  <a:pt x="1727502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444444"/>
          </a:solidFill>
          <a:ln/>
        </p:spPr>
      </p:sp>
      <p:sp>
        <p:nvSpPr>
          <p:cNvPr id="8" name="Text 6"/>
          <p:cNvSpPr/>
          <p:nvPr/>
        </p:nvSpPr>
        <p:spPr>
          <a:xfrm>
            <a:off x="482072" y="1671426"/>
            <a:ext cx="1826991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Риск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11099" y="1671426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444444"/>
          </a:solidFill>
          <a:ln/>
        </p:spPr>
      </p:sp>
      <p:sp>
        <p:nvSpPr>
          <p:cNvPr id="10" name="Text 8"/>
          <p:cNvSpPr/>
          <p:nvPr/>
        </p:nvSpPr>
        <p:spPr>
          <a:xfrm>
            <a:off x="2279443" y="1671426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Вер-ть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9784" y="1671426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44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3178128" y="1671426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Посл-я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08469" y="1671426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44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076813" y="1671426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Важ-ть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07154" y="1671426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44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975498" y="1671426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Зона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3728" y="2069387"/>
            <a:ext cx="1763680" cy="325602"/>
          </a:xfrm>
          <a:custGeom>
            <a:avLst/>
            <a:gdLst/>
            <a:ahLst/>
            <a:cxnLst/>
            <a:rect l="l" t="t" r="r" b="b"/>
            <a:pathLst>
              <a:path w="1763680" h="325602">
                <a:moveTo>
                  <a:pt x="36178" y="0"/>
                </a:moveTo>
                <a:lnTo>
                  <a:pt x="1727502" y="0"/>
                </a:lnTo>
                <a:cubicBezTo>
                  <a:pt x="1747482" y="0"/>
                  <a:pt x="1763680" y="16197"/>
                  <a:pt x="1763680" y="36178"/>
                </a:cubicBezTo>
                <a:lnTo>
                  <a:pt x="1763680" y="289425"/>
                </a:lnTo>
                <a:cubicBezTo>
                  <a:pt x="1763680" y="309405"/>
                  <a:pt x="1747482" y="325602"/>
                  <a:pt x="1727502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513728" y="2069387"/>
            <a:ext cx="1826991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Сложность UI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311099" y="2069387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279443" y="2069387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9784" y="2069387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178128" y="2069387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108469" y="2069387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076813" y="2069387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48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07154" y="2087476"/>
            <a:ext cx="859228" cy="289424"/>
          </a:xfrm>
          <a:custGeom>
            <a:avLst/>
            <a:gdLst/>
            <a:ahLst/>
            <a:cxnLst/>
            <a:rect l="l" t="t" r="r" b="b"/>
            <a:pathLst>
              <a:path w="859228" h="289424">
                <a:moveTo>
                  <a:pt x="36178" y="0"/>
                </a:moveTo>
                <a:lnTo>
                  <a:pt x="823050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53246"/>
                </a:lnTo>
                <a:cubicBezTo>
                  <a:pt x="859228" y="273227"/>
                  <a:pt x="843031" y="289424"/>
                  <a:pt x="823050" y="289424"/>
                </a:cubicBezTo>
                <a:lnTo>
                  <a:pt x="36178" y="289424"/>
                </a:lnTo>
                <a:cubicBezTo>
                  <a:pt x="16197" y="289424"/>
                  <a:pt x="0" y="273227"/>
                  <a:pt x="0" y="253246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EF4444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980020" y="2087476"/>
            <a:ext cx="913496" cy="289424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Красная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3728" y="2467345"/>
            <a:ext cx="1763680" cy="325602"/>
          </a:xfrm>
          <a:custGeom>
            <a:avLst/>
            <a:gdLst/>
            <a:ahLst/>
            <a:cxnLst/>
            <a:rect l="l" t="t" r="r" b="b"/>
            <a:pathLst>
              <a:path w="1763680" h="325602">
                <a:moveTo>
                  <a:pt x="36178" y="0"/>
                </a:moveTo>
                <a:lnTo>
                  <a:pt x="1727502" y="0"/>
                </a:lnTo>
                <a:cubicBezTo>
                  <a:pt x="1747482" y="0"/>
                  <a:pt x="1763680" y="16197"/>
                  <a:pt x="1763680" y="36178"/>
                </a:cubicBezTo>
                <a:lnTo>
                  <a:pt x="1763680" y="289425"/>
                </a:lnTo>
                <a:cubicBezTo>
                  <a:pt x="1763680" y="309405"/>
                  <a:pt x="1747482" y="325602"/>
                  <a:pt x="1727502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28" name="Text 26"/>
          <p:cNvSpPr/>
          <p:nvPr/>
        </p:nvSpPr>
        <p:spPr>
          <a:xfrm>
            <a:off x="513728" y="2467345"/>
            <a:ext cx="1826991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Производительность БД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311099" y="2467345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279443" y="2467345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09784" y="2467345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178128" y="2467345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108469" y="2467345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076813" y="2467345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48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07154" y="2485434"/>
            <a:ext cx="859228" cy="289424"/>
          </a:xfrm>
          <a:custGeom>
            <a:avLst/>
            <a:gdLst/>
            <a:ahLst/>
            <a:cxnLst/>
            <a:rect l="l" t="t" r="r" b="b"/>
            <a:pathLst>
              <a:path w="859228" h="289424">
                <a:moveTo>
                  <a:pt x="36178" y="0"/>
                </a:moveTo>
                <a:lnTo>
                  <a:pt x="823050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53246"/>
                </a:lnTo>
                <a:cubicBezTo>
                  <a:pt x="859228" y="273227"/>
                  <a:pt x="843031" y="289424"/>
                  <a:pt x="823050" y="289424"/>
                </a:cubicBezTo>
                <a:lnTo>
                  <a:pt x="36178" y="289424"/>
                </a:lnTo>
                <a:cubicBezTo>
                  <a:pt x="16197" y="289424"/>
                  <a:pt x="0" y="273227"/>
                  <a:pt x="0" y="253246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EF4444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980020" y="2485434"/>
            <a:ext cx="913496" cy="289424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Красная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3728" y="2865304"/>
            <a:ext cx="1763680" cy="325602"/>
          </a:xfrm>
          <a:custGeom>
            <a:avLst/>
            <a:gdLst/>
            <a:ahLst/>
            <a:cxnLst/>
            <a:rect l="l" t="t" r="r" b="b"/>
            <a:pathLst>
              <a:path w="1763680" h="325602">
                <a:moveTo>
                  <a:pt x="36178" y="0"/>
                </a:moveTo>
                <a:lnTo>
                  <a:pt x="1727502" y="0"/>
                </a:lnTo>
                <a:cubicBezTo>
                  <a:pt x="1747482" y="0"/>
                  <a:pt x="1763680" y="16197"/>
                  <a:pt x="1763680" y="36178"/>
                </a:cubicBezTo>
                <a:lnTo>
                  <a:pt x="1763680" y="289425"/>
                </a:lnTo>
                <a:cubicBezTo>
                  <a:pt x="1763680" y="309405"/>
                  <a:pt x="1747482" y="325602"/>
                  <a:pt x="1727502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38" name="Text 36"/>
          <p:cNvSpPr/>
          <p:nvPr/>
        </p:nvSpPr>
        <p:spPr>
          <a:xfrm>
            <a:off x="513728" y="2865304"/>
            <a:ext cx="1826991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Изменения требований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311099" y="2865304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2279443" y="2865304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09784" y="2865304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178128" y="2865304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108469" y="2865304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076813" y="2865304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48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07154" y="2883393"/>
            <a:ext cx="859228" cy="289424"/>
          </a:xfrm>
          <a:custGeom>
            <a:avLst/>
            <a:gdLst/>
            <a:ahLst/>
            <a:cxnLst/>
            <a:rect l="l" t="t" r="r" b="b"/>
            <a:pathLst>
              <a:path w="859228" h="289424">
                <a:moveTo>
                  <a:pt x="36178" y="0"/>
                </a:moveTo>
                <a:lnTo>
                  <a:pt x="823050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53246"/>
                </a:lnTo>
                <a:cubicBezTo>
                  <a:pt x="859228" y="273227"/>
                  <a:pt x="843031" y="289424"/>
                  <a:pt x="823050" y="289424"/>
                </a:cubicBezTo>
                <a:lnTo>
                  <a:pt x="36178" y="289424"/>
                </a:lnTo>
                <a:cubicBezTo>
                  <a:pt x="16197" y="289424"/>
                  <a:pt x="0" y="273227"/>
                  <a:pt x="0" y="253246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EF4444">
              <a:alpha val="3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980020" y="2883393"/>
            <a:ext cx="913496" cy="289424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Красная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13728" y="3263262"/>
            <a:ext cx="1763680" cy="325602"/>
          </a:xfrm>
          <a:custGeom>
            <a:avLst/>
            <a:gdLst/>
            <a:ahLst/>
            <a:cxnLst/>
            <a:rect l="l" t="t" r="r" b="b"/>
            <a:pathLst>
              <a:path w="1763680" h="325602">
                <a:moveTo>
                  <a:pt x="36178" y="0"/>
                </a:moveTo>
                <a:lnTo>
                  <a:pt x="1727502" y="0"/>
                </a:lnTo>
                <a:cubicBezTo>
                  <a:pt x="1747482" y="0"/>
                  <a:pt x="1763680" y="16197"/>
                  <a:pt x="1763680" y="36178"/>
                </a:cubicBezTo>
                <a:lnTo>
                  <a:pt x="1763680" y="289425"/>
                </a:lnTo>
                <a:cubicBezTo>
                  <a:pt x="1763680" y="309405"/>
                  <a:pt x="1747482" y="325602"/>
                  <a:pt x="1727502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48" name="Text 46"/>
          <p:cNvSpPr/>
          <p:nvPr/>
        </p:nvSpPr>
        <p:spPr>
          <a:xfrm>
            <a:off x="513728" y="3263262"/>
            <a:ext cx="1826991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Отсутствие JRE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2311099" y="3263262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2279443" y="3263262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209784" y="3263262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178128" y="3263262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108469" y="3263262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076813" y="3263262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45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007154" y="3281351"/>
            <a:ext cx="859228" cy="289424"/>
          </a:xfrm>
          <a:custGeom>
            <a:avLst/>
            <a:gdLst/>
            <a:ahLst/>
            <a:cxnLst/>
            <a:rect l="l" t="t" r="r" b="b"/>
            <a:pathLst>
              <a:path w="859228" h="289424">
                <a:moveTo>
                  <a:pt x="36178" y="0"/>
                </a:moveTo>
                <a:lnTo>
                  <a:pt x="823050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53246"/>
                </a:lnTo>
                <a:cubicBezTo>
                  <a:pt x="859228" y="273227"/>
                  <a:pt x="843031" y="289424"/>
                  <a:pt x="823050" y="289424"/>
                </a:cubicBezTo>
                <a:lnTo>
                  <a:pt x="36178" y="289424"/>
                </a:lnTo>
                <a:cubicBezTo>
                  <a:pt x="16197" y="289424"/>
                  <a:pt x="0" y="273227"/>
                  <a:pt x="0" y="253246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EF4444">
              <a:alpha val="3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980020" y="3281351"/>
            <a:ext cx="913496" cy="289424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Красная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13728" y="3661220"/>
            <a:ext cx="1763680" cy="325602"/>
          </a:xfrm>
          <a:custGeom>
            <a:avLst/>
            <a:gdLst/>
            <a:ahLst/>
            <a:cxnLst/>
            <a:rect l="l" t="t" r="r" b="b"/>
            <a:pathLst>
              <a:path w="1763680" h="325602">
                <a:moveTo>
                  <a:pt x="36178" y="0"/>
                </a:moveTo>
                <a:lnTo>
                  <a:pt x="1727502" y="0"/>
                </a:lnTo>
                <a:cubicBezTo>
                  <a:pt x="1747482" y="0"/>
                  <a:pt x="1763680" y="16197"/>
                  <a:pt x="1763680" y="36178"/>
                </a:cubicBezTo>
                <a:lnTo>
                  <a:pt x="1763680" y="289425"/>
                </a:lnTo>
                <a:cubicBezTo>
                  <a:pt x="1763680" y="309405"/>
                  <a:pt x="1747482" y="325602"/>
                  <a:pt x="1727502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58" name="Text 56"/>
          <p:cNvSpPr/>
          <p:nvPr/>
        </p:nvSpPr>
        <p:spPr>
          <a:xfrm>
            <a:off x="513728" y="3661220"/>
            <a:ext cx="1826991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Повреждение БД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2311099" y="3661220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2279443" y="3661220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209784" y="3661220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3178128" y="3661220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108469" y="3661220"/>
            <a:ext cx="859228" cy="325602"/>
          </a:xfrm>
          <a:custGeom>
            <a:avLst/>
            <a:gdLst/>
            <a:ahLst/>
            <a:cxnLst/>
            <a:rect l="l" t="t" r="r" b="b"/>
            <a:pathLst>
              <a:path w="859228" h="325602">
                <a:moveTo>
                  <a:pt x="36178" y="0"/>
                </a:moveTo>
                <a:lnTo>
                  <a:pt x="823051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89425"/>
                </a:lnTo>
                <a:cubicBezTo>
                  <a:pt x="859228" y="309405"/>
                  <a:pt x="843031" y="325602"/>
                  <a:pt x="823051" y="325602"/>
                </a:cubicBezTo>
                <a:lnTo>
                  <a:pt x="36178" y="325602"/>
                </a:lnTo>
                <a:cubicBezTo>
                  <a:pt x="16211" y="325602"/>
                  <a:pt x="0" y="309392"/>
                  <a:pt x="0" y="289425"/>
                </a:cubicBezTo>
                <a:lnTo>
                  <a:pt x="0" y="36178"/>
                </a:lnTo>
                <a:cubicBezTo>
                  <a:pt x="0" y="16197"/>
                  <a:pt x="16197" y="0"/>
                  <a:pt x="36178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4076813" y="3661220"/>
            <a:ext cx="922540" cy="325602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20000"/>
              </a:lnSpc>
            </a:pPr>
            <a:r>
              <a:rPr lang="en-US" sz="997" b="1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007154" y="3679309"/>
            <a:ext cx="859228" cy="289424"/>
          </a:xfrm>
          <a:custGeom>
            <a:avLst/>
            <a:gdLst/>
            <a:ahLst/>
            <a:cxnLst/>
            <a:rect l="l" t="t" r="r" b="b"/>
            <a:pathLst>
              <a:path w="859228" h="289424">
                <a:moveTo>
                  <a:pt x="36178" y="0"/>
                </a:moveTo>
                <a:lnTo>
                  <a:pt x="823050" y="0"/>
                </a:lnTo>
                <a:cubicBezTo>
                  <a:pt x="843031" y="0"/>
                  <a:pt x="859228" y="16197"/>
                  <a:pt x="859228" y="36178"/>
                </a:cubicBezTo>
                <a:lnTo>
                  <a:pt x="859228" y="253246"/>
                </a:lnTo>
                <a:cubicBezTo>
                  <a:pt x="859228" y="273227"/>
                  <a:pt x="843031" y="289424"/>
                  <a:pt x="823050" y="289424"/>
                </a:cubicBezTo>
                <a:lnTo>
                  <a:pt x="36178" y="289424"/>
                </a:lnTo>
                <a:cubicBezTo>
                  <a:pt x="16197" y="289424"/>
                  <a:pt x="0" y="273227"/>
                  <a:pt x="0" y="253246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ECB324">
              <a:alpha val="3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4980020" y="3679309"/>
            <a:ext cx="913496" cy="289424"/>
          </a:xfrm>
          <a:prstGeom prst="rect">
            <a:avLst/>
          </a:prstGeom>
          <a:noFill/>
          <a:ln/>
        </p:spPr>
        <p:txBody>
          <a:bodyPr wrap="square" lIns="72356" tIns="72356" rIns="72356" bIns="72356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Желтая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65398" y="4287100"/>
            <a:ext cx="5651010" cy="1725694"/>
          </a:xfrm>
          <a:custGeom>
            <a:avLst/>
            <a:gdLst/>
            <a:ahLst/>
            <a:cxnLst/>
            <a:rect l="l" t="t" r="r" b="b"/>
            <a:pathLst>
              <a:path w="5651010" h="2376897">
                <a:moveTo>
                  <a:pt x="108529" y="0"/>
                </a:moveTo>
                <a:lnTo>
                  <a:pt x="5542481" y="0"/>
                </a:lnTo>
                <a:cubicBezTo>
                  <a:pt x="5602420" y="0"/>
                  <a:pt x="5651010" y="48590"/>
                  <a:pt x="5651010" y="108529"/>
                </a:cubicBezTo>
                <a:lnTo>
                  <a:pt x="5651010" y="2268368"/>
                </a:lnTo>
                <a:cubicBezTo>
                  <a:pt x="5651010" y="2328307"/>
                  <a:pt x="5602420" y="2376897"/>
                  <a:pt x="5542481" y="2376897"/>
                </a:cubicBezTo>
                <a:lnTo>
                  <a:pt x="108529" y="2376897"/>
                </a:lnTo>
                <a:cubicBezTo>
                  <a:pt x="48590" y="2376897"/>
                  <a:pt x="0" y="2328307"/>
                  <a:pt x="0" y="2268368"/>
                </a:cubicBezTo>
                <a:lnTo>
                  <a:pt x="0" y="108529"/>
                </a:lnTo>
                <a:cubicBezTo>
                  <a:pt x="0" y="48630"/>
                  <a:pt x="48630" y="0"/>
                  <a:pt x="10852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20000"/>
                </a:srgbClr>
              </a:gs>
              <a:gs pos="100000">
                <a:srgbClr val="2176FF">
                  <a:alpha val="20000"/>
                </a:srgbClr>
              </a:gs>
            </a:gsLst>
            <a:lin ang="2700000" scaled="1"/>
          </a:gradFill>
          <a:ln w="1016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68" name="Shape 66"/>
          <p:cNvSpPr/>
          <p:nvPr/>
        </p:nvSpPr>
        <p:spPr>
          <a:xfrm>
            <a:off x="540862" y="4453516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8534" y="0"/>
                </a:moveTo>
                <a:cubicBezTo>
                  <a:pt x="110484" y="0"/>
                  <a:pt x="112435" y="424"/>
                  <a:pt x="114215" y="1229"/>
                </a:cubicBezTo>
                <a:lnTo>
                  <a:pt x="194090" y="35104"/>
                </a:lnTo>
                <a:cubicBezTo>
                  <a:pt x="203417" y="39047"/>
                  <a:pt x="210370" y="48247"/>
                  <a:pt x="210327" y="59355"/>
                </a:cubicBezTo>
                <a:cubicBezTo>
                  <a:pt x="210115" y="101412"/>
                  <a:pt x="192818" y="178361"/>
                  <a:pt x="119769" y="213337"/>
                </a:cubicBezTo>
                <a:cubicBezTo>
                  <a:pt x="112689" y="216729"/>
                  <a:pt x="104464" y="216729"/>
                  <a:pt x="97384" y="213337"/>
                </a:cubicBezTo>
                <a:cubicBezTo>
                  <a:pt x="24293" y="178361"/>
                  <a:pt x="7038" y="101412"/>
                  <a:pt x="6826" y="59355"/>
                </a:cubicBezTo>
                <a:cubicBezTo>
                  <a:pt x="6783" y="48247"/>
                  <a:pt x="13736" y="39047"/>
                  <a:pt x="23064" y="35104"/>
                </a:cubicBezTo>
                <a:lnTo>
                  <a:pt x="102895" y="1229"/>
                </a:lnTo>
                <a:cubicBezTo>
                  <a:pt x="104676" y="424"/>
                  <a:pt x="106584" y="0"/>
                  <a:pt x="108534" y="0"/>
                </a:cubicBezTo>
                <a:close/>
                <a:moveTo>
                  <a:pt x="108534" y="28321"/>
                </a:moveTo>
                <a:lnTo>
                  <a:pt x="108534" y="188620"/>
                </a:lnTo>
                <a:cubicBezTo>
                  <a:pt x="167041" y="160300"/>
                  <a:pt x="182770" y="97554"/>
                  <a:pt x="183151" y="59991"/>
                </a:cubicBezTo>
                <a:lnTo>
                  <a:pt x="108534" y="28363"/>
                </a:lnTo>
                <a:lnTo>
                  <a:pt x="108534" y="28363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69" name="Text 67"/>
          <p:cNvSpPr/>
          <p:nvPr/>
        </p:nvSpPr>
        <p:spPr>
          <a:xfrm>
            <a:off x="893598" y="4435427"/>
            <a:ext cx="1953614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Реализованные меры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531817" y="4833385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71" name="Text 69"/>
          <p:cNvSpPr/>
          <p:nvPr/>
        </p:nvSpPr>
        <p:spPr>
          <a:xfrm>
            <a:off x="766975" y="4797207"/>
            <a:ext cx="3301246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Внутренний воркшоп по Compose для Desktop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531817" y="5122810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73" name="Text 71"/>
          <p:cNvSpPr/>
          <p:nvPr/>
        </p:nvSpPr>
        <p:spPr>
          <a:xfrm>
            <a:off x="766975" y="5075749"/>
            <a:ext cx="212546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Индексы в БД для полей date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31817" y="5412234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75" name="Text 73"/>
          <p:cNvSpPr/>
          <p:nvPr/>
        </p:nvSpPr>
        <p:spPr>
          <a:xfrm>
            <a:off x="766975" y="5361348"/>
            <a:ext cx="2740487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Демонстрация инкрементов заказчику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531817" y="5701658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77" name="Text 75"/>
          <p:cNvSpPr/>
          <p:nvPr/>
        </p:nvSpPr>
        <p:spPr>
          <a:xfrm>
            <a:off x="766975" y="5651013"/>
            <a:ext cx="2387751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Резервное копирование БД (.bak)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169939" y="1161315"/>
            <a:ext cx="5651010" cy="5506298"/>
          </a:xfrm>
          <a:custGeom>
            <a:avLst/>
            <a:gdLst/>
            <a:ahLst/>
            <a:cxnLst/>
            <a:rect l="l" t="t" r="r" b="b"/>
            <a:pathLst>
              <a:path w="5651010" h="5506298">
                <a:moveTo>
                  <a:pt x="108529" y="0"/>
                </a:moveTo>
                <a:lnTo>
                  <a:pt x="5542481" y="0"/>
                </a:lnTo>
                <a:cubicBezTo>
                  <a:pt x="5602420" y="0"/>
                  <a:pt x="5651010" y="48590"/>
                  <a:pt x="5651010" y="108529"/>
                </a:cubicBezTo>
                <a:lnTo>
                  <a:pt x="5651010" y="5397769"/>
                </a:lnTo>
                <a:cubicBezTo>
                  <a:pt x="5651010" y="5457708"/>
                  <a:pt x="5602420" y="5506298"/>
                  <a:pt x="5542481" y="5506298"/>
                </a:cubicBezTo>
                <a:lnTo>
                  <a:pt x="108529" y="5506298"/>
                </a:lnTo>
                <a:cubicBezTo>
                  <a:pt x="48590" y="5506298"/>
                  <a:pt x="0" y="5457708"/>
                  <a:pt x="0" y="5397769"/>
                </a:cubicBezTo>
                <a:lnTo>
                  <a:pt x="0" y="108529"/>
                </a:lnTo>
                <a:cubicBezTo>
                  <a:pt x="0" y="48630"/>
                  <a:pt x="48630" y="0"/>
                  <a:pt x="108529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18269" y="1309646"/>
            <a:ext cx="5444795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Планы реагирования на топ-риски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336358" y="1671426"/>
            <a:ext cx="5336261" cy="1157697"/>
          </a:xfrm>
          <a:custGeom>
            <a:avLst/>
            <a:gdLst/>
            <a:ahLst/>
            <a:cxnLst/>
            <a:rect l="l" t="t" r="r" b="b"/>
            <a:pathLst>
              <a:path w="5336261" h="1157697">
                <a:moveTo>
                  <a:pt x="36178" y="0"/>
                </a:moveTo>
                <a:lnTo>
                  <a:pt x="5263905" y="0"/>
                </a:lnTo>
                <a:cubicBezTo>
                  <a:pt x="5303866" y="0"/>
                  <a:pt x="5336261" y="32395"/>
                  <a:pt x="5336261" y="72356"/>
                </a:cubicBezTo>
                <a:lnTo>
                  <a:pt x="5336261" y="1085341"/>
                </a:lnTo>
                <a:cubicBezTo>
                  <a:pt x="5336261" y="1125302"/>
                  <a:pt x="5303866" y="1157697"/>
                  <a:pt x="5263905" y="1157697"/>
                </a:cubicBezTo>
                <a:lnTo>
                  <a:pt x="36178" y="1157697"/>
                </a:lnTo>
                <a:cubicBezTo>
                  <a:pt x="16197" y="1157697"/>
                  <a:pt x="0" y="1141500"/>
                  <a:pt x="0" y="112151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81" name="Shape 79"/>
          <p:cNvSpPr/>
          <p:nvPr/>
        </p:nvSpPr>
        <p:spPr>
          <a:xfrm>
            <a:off x="6336358" y="1671426"/>
            <a:ext cx="36178" cy="1157697"/>
          </a:xfrm>
          <a:custGeom>
            <a:avLst/>
            <a:gdLst/>
            <a:ahLst/>
            <a:cxnLst/>
            <a:rect l="l" t="t" r="r" b="b"/>
            <a:pathLst>
              <a:path w="36178" h="1157697">
                <a:moveTo>
                  <a:pt x="36178" y="0"/>
                </a:moveTo>
                <a:lnTo>
                  <a:pt x="36178" y="0"/>
                </a:lnTo>
                <a:lnTo>
                  <a:pt x="36178" y="1157697"/>
                </a:lnTo>
                <a:lnTo>
                  <a:pt x="36178" y="1157697"/>
                </a:lnTo>
                <a:cubicBezTo>
                  <a:pt x="16197" y="1157697"/>
                  <a:pt x="0" y="1141500"/>
                  <a:pt x="0" y="112151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2" name="Shape 80"/>
          <p:cNvSpPr/>
          <p:nvPr/>
        </p:nvSpPr>
        <p:spPr>
          <a:xfrm>
            <a:off x="6462981" y="1779962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8534" y="0"/>
                </a:moveTo>
                <a:lnTo>
                  <a:pt x="108534" y="0"/>
                </a:lnTo>
                <a:cubicBezTo>
                  <a:pt x="168436" y="0"/>
                  <a:pt x="217068" y="48633"/>
                  <a:pt x="217068" y="108534"/>
                </a:cubicBezTo>
                <a:lnTo>
                  <a:pt x="217068" y="108534"/>
                </a:lnTo>
                <a:cubicBezTo>
                  <a:pt x="217068" y="168436"/>
                  <a:pt x="168436" y="217068"/>
                  <a:pt x="108534" y="217068"/>
                </a:cubicBezTo>
                <a:lnTo>
                  <a:pt x="108534" y="217068"/>
                </a:lnTo>
                <a:cubicBezTo>
                  <a:pt x="48633" y="217068"/>
                  <a:pt x="0" y="168436"/>
                  <a:pt x="0" y="108534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3" name="Text 81"/>
          <p:cNvSpPr/>
          <p:nvPr/>
        </p:nvSpPr>
        <p:spPr>
          <a:xfrm>
            <a:off x="6435848" y="1779962"/>
            <a:ext cx="27133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752405" y="1779962"/>
            <a:ext cx="1890303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Сложность UI на Compose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6462981" y="2069387"/>
            <a:ext cx="51644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Стратегия:</a:t>
            </a:r>
            <a:r>
              <a:rPr lang="en-US" sz="997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Снижение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462981" y="2322633"/>
            <a:ext cx="51644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Основной план:</a:t>
            </a:r>
            <a:r>
              <a:rPr lang="en-US" sz="997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Внутренний воркшоп, запас времени на сложные компоненты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6462981" y="2539701"/>
            <a:ext cx="51644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Отходной план:</a:t>
            </a:r>
            <a:r>
              <a:rPr lang="en-US" sz="997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Упрощенный макет диаграммы со стандартными компонентами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6336358" y="2901482"/>
            <a:ext cx="5336261" cy="1157697"/>
          </a:xfrm>
          <a:custGeom>
            <a:avLst/>
            <a:gdLst/>
            <a:ahLst/>
            <a:cxnLst/>
            <a:rect l="l" t="t" r="r" b="b"/>
            <a:pathLst>
              <a:path w="5336261" h="1157697">
                <a:moveTo>
                  <a:pt x="36178" y="0"/>
                </a:moveTo>
                <a:lnTo>
                  <a:pt x="5263905" y="0"/>
                </a:lnTo>
                <a:cubicBezTo>
                  <a:pt x="5303866" y="0"/>
                  <a:pt x="5336261" y="32395"/>
                  <a:pt x="5336261" y="72356"/>
                </a:cubicBezTo>
                <a:lnTo>
                  <a:pt x="5336261" y="1085341"/>
                </a:lnTo>
                <a:cubicBezTo>
                  <a:pt x="5336261" y="1125302"/>
                  <a:pt x="5303866" y="1157697"/>
                  <a:pt x="5263905" y="1157697"/>
                </a:cubicBezTo>
                <a:lnTo>
                  <a:pt x="36178" y="1157697"/>
                </a:lnTo>
                <a:cubicBezTo>
                  <a:pt x="16197" y="1157697"/>
                  <a:pt x="0" y="1141500"/>
                  <a:pt x="0" y="112151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89" name="Shape 87"/>
          <p:cNvSpPr/>
          <p:nvPr/>
        </p:nvSpPr>
        <p:spPr>
          <a:xfrm>
            <a:off x="6336358" y="2901482"/>
            <a:ext cx="36178" cy="1157697"/>
          </a:xfrm>
          <a:custGeom>
            <a:avLst/>
            <a:gdLst/>
            <a:ahLst/>
            <a:cxnLst/>
            <a:rect l="l" t="t" r="r" b="b"/>
            <a:pathLst>
              <a:path w="36178" h="1157697">
                <a:moveTo>
                  <a:pt x="36178" y="0"/>
                </a:moveTo>
                <a:lnTo>
                  <a:pt x="36178" y="0"/>
                </a:lnTo>
                <a:lnTo>
                  <a:pt x="36178" y="1157697"/>
                </a:lnTo>
                <a:lnTo>
                  <a:pt x="36178" y="1157697"/>
                </a:lnTo>
                <a:cubicBezTo>
                  <a:pt x="16197" y="1157697"/>
                  <a:pt x="0" y="1141500"/>
                  <a:pt x="0" y="112151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90" name="Shape 88"/>
          <p:cNvSpPr/>
          <p:nvPr/>
        </p:nvSpPr>
        <p:spPr>
          <a:xfrm>
            <a:off x="6462981" y="3010016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8534" y="0"/>
                </a:moveTo>
                <a:lnTo>
                  <a:pt x="108534" y="0"/>
                </a:lnTo>
                <a:cubicBezTo>
                  <a:pt x="168436" y="0"/>
                  <a:pt x="217068" y="48633"/>
                  <a:pt x="217068" y="108534"/>
                </a:cubicBezTo>
                <a:lnTo>
                  <a:pt x="217068" y="108534"/>
                </a:lnTo>
                <a:cubicBezTo>
                  <a:pt x="217068" y="168436"/>
                  <a:pt x="168436" y="217068"/>
                  <a:pt x="108534" y="217068"/>
                </a:cubicBezTo>
                <a:lnTo>
                  <a:pt x="108534" y="217068"/>
                </a:lnTo>
                <a:cubicBezTo>
                  <a:pt x="48633" y="217068"/>
                  <a:pt x="0" y="168436"/>
                  <a:pt x="0" y="108534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91" name="Text 89"/>
          <p:cNvSpPr/>
          <p:nvPr/>
        </p:nvSpPr>
        <p:spPr>
          <a:xfrm>
            <a:off x="6435848" y="3010016"/>
            <a:ext cx="27133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6752405" y="3010016"/>
            <a:ext cx="176368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Производительность БД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6462981" y="3299440"/>
            <a:ext cx="51644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Стратегия:</a:t>
            </a:r>
            <a:r>
              <a:rPr lang="en-US" sz="997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Снижение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6462981" y="3552686"/>
            <a:ext cx="51644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Основной план:</a:t>
            </a:r>
            <a:r>
              <a:rPr lang="en-US" sz="997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Индексы для полей date, EXPLAIN QUERY PLAN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6462981" y="3769755"/>
            <a:ext cx="51644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Отходной план:</a:t>
            </a:r>
            <a:r>
              <a:rPr lang="en-US" sz="997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Кэширование результатов фильтрации в ViewModel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6336358" y="4131535"/>
            <a:ext cx="5336261" cy="1157697"/>
          </a:xfrm>
          <a:custGeom>
            <a:avLst/>
            <a:gdLst/>
            <a:ahLst/>
            <a:cxnLst/>
            <a:rect l="l" t="t" r="r" b="b"/>
            <a:pathLst>
              <a:path w="5336261" h="1157697">
                <a:moveTo>
                  <a:pt x="36178" y="0"/>
                </a:moveTo>
                <a:lnTo>
                  <a:pt x="5263905" y="0"/>
                </a:lnTo>
                <a:cubicBezTo>
                  <a:pt x="5303866" y="0"/>
                  <a:pt x="5336261" y="32395"/>
                  <a:pt x="5336261" y="72356"/>
                </a:cubicBezTo>
                <a:lnTo>
                  <a:pt x="5336261" y="1085341"/>
                </a:lnTo>
                <a:cubicBezTo>
                  <a:pt x="5336261" y="1125302"/>
                  <a:pt x="5303866" y="1157697"/>
                  <a:pt x="5263905" y="1157697"/>
                </a:cubicBezTo>
                <a:lnTo>
                  <a:pt x="36178" y="1157697"/>
                </a:lnTo>
                <a:cubicBezTo>
                  <a:pt x="16197" y="1157697"/>
                  <a:pt x="0" y="1141500"/>
                  <a:pt x="0" y="112151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97" name="Shape 95"/>
          <p:cNvSpPr/>
          <p:nvPr/>
        </p:nvSpPr>
        <p:spPr>
          <a:xfrm>
            <a:off x="6336358" y="4131535"/>
            <a:ext cx="36178" cy="1157697"/>
          </a:xfrm>
          <a:custGeom>
            <a:avLst/>
            <a:gdLst/>
            <a:ahLst/>
            <a:cxnLst/>
            <a:rect l="l" t="t" r="r" b="b"/>
            <a:pathLst>
              <a:path w="36178" h="1157697">
                <a:moveTo>
                  <a:pt x="36178" y="0"/>
                </a:moveTo>
                <a:lnTo>
                  <a:pt x="36178" y="0"/>
                </a:lnTo>
                <a:lnTo>
                  <a:pt x="36178" y="1157697"/>
                </a:lnTo>
                <a:lnTo>
                  <a:pt x="36178" y="1157697"/>
                </a:lnTo>
                <a:cubicBezTo>
                  <a:pt x="16197" y="1157697"/>
                  <a:pt x="0" y="1141500"/>
                  <a:pt x="0" y="112151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98" name="Shape 96"/>
          <p:cNvSpPr/>
          <p:nvPr/>
        </p:nvSpPr>
        <p:spPr>
          <a:xfrm>
            <a:off x="6462981" y="4240069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8534" y="0"/>
                </a:moveTo>
                <a:lnTo>
                  <a:pt x="108534" y="0"/>
                </a:lnTo>
                <a:cubicBezTo>
                  <a:pt x="168436" y="0"/>
                  <a:pt x="217068" y="48633"/>
                  <a:pt x="217068" y="108534"/>
                </a:cubicBezTo>
                <a:lnTo>
                  <a:pt x="217068" y="108534"/>
                </a:lnTo>
                <a:cubicBezTo>
                  <a:pt x="217068" y="168436"/>
                  <a:pt x="168436" y="217068"/>
                  <a:pt x="108534" y="217068"/>
                </a:cubicBezTo>
                <a:lnTo>
                  <a:pt x="108534" y="217068"/>
                </a:lnTo>
                <a:cubicBezTo>
                  <a:pt x="48633" y="217068"/>
                  <a:pt x="0" y="168436"/>
                  <a:pt x="0" y="108534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99" name="Text 97"/>
          <p:cNvSpPr/>
          <p:nvPr/>
        </p:nvSpPr>
        <p:spPr>
          <a:xfrm>
            <a:off x="6435848" y="4240069"/>
            <a:ext cx="27133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6752405" y="4240069"/>
            <a:ext cx="168227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Изменения требований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6462981" y="4529493"/>
            <a:ext cx="51644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Стратегия:</a:t>
            </a:r>
            <a:r>
              <a:rPr lang="en-US" sz="997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Принятие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6462981" y="4782740"/>
            <a:ext cx="51644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Основной план:</a:t>
            </a:r>
            <a:r>
              <a:rPr lang="en-US" sz="997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Демонстрация инкрементов, согласование изменений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6462981" y="4999808"/>
            <a:ext cx="51644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Отходной план:</a:t>
            </a:r>
            <a:r>
              <a:rPr lang="en-US" sz="997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Задача «Доработки» с резервом 1-2 дня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6336358" y="5361588"/>
            <a:ext cx="5336261" cy="1157697"/>
          </a:xfrm>
          <a:custGeom>
            <a:avLst/>
            <a:gdLst/>
            <a:ahLst/>
            <a:cxnLst/>
            <a:rect l="l" t="t" r="r" b="b"/>
            <a:pathLst>
              <a:path w="5336261" h="1157697">
                <a:moveTo>
                  <a:pt x="36178" y="0"/>
                </a:moveTo>
                <a:lnTo>
                  <a:pt x="5263905" y="0"/>
                </a:lnTo>
                <a:cubicBezTo>
                  <a:pt x="5303866" y="0"/>
                  <a:pt x="5336261" y="32395"/>
                  <a:pt x="5336261" y="72356"/>
                </a:cubicBezTo>
                <a:lnTo>
                  <a:pt x="5336261" y="1085341"/>
                </a:lnTo>
                <a:cubicBezTo>
                  <a:pt x="5336261" y="1125302"/>
                  <a:pt x="5303866" y="1157697"/>
                  <a:pt x="5263905" y="1157697"/>
                </a:cubicBezTo>
                <a:lnTo>
                  <a:pt x="36178" y="1157697"/>
                </a:lnTo>
                <a:cubicBezTo>
                  <a:pt x="16197" y="1157697"/>
                  <a:pt x="0" y="1141500"/>
                  <a:pt x="0" y="112151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336358" y="5361588"/>
            <a:ext cx="36178" cy="1157697"/>
          </a:xfrm>
          <a:custGeom>
            <a:avLst/>
            <a:gdLst/>
            <a:ahLst/>
            <a:cxnLst/>
            <a:rect l="l" t="t" r="r" b="b"/>
            <a:pathLst>
              <a:path w="36178" h="1157697">
                <a:moveTo>
                  <a:pt x="36178" y="0"/>
                </a:moveTo>
                <a:lnTo>
                  <a:pt x="36178" y="0"/>
                </a:lnTo>
                <a:lnTo>
                  <a:pt x="36178" y="1157697"/>
                </a:lnTo>
                <a:lnTo>
                  <a:pt x="36178" y="1157697"/>
                </a:lnTo>
                <a:cubicBezTo>
                  <a:pt x="16197" y="1157697"/>
                  <a:pt x="0" y="1141500"/>
                  <a:pt x="0" y="112151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106" name="Shape 104"/>
          <p:cNvSpPr/>
          <p:nvPr/>
        </p:nvSpPr>
        <p:spPr>
          <a:xfrm>
            <a:off x="6462981" y="5470123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8534" y="0"/>
                </a:moveTo>
                <a:lnTo>
                  <a:pt x="108534" y="0"/>
                </a:lnTo>
                <a:cubicBezTo>
                  <a:pt x="168436" y="0"/>
                  <a:pt x="217068" y="48633"/>
                  <a:pt x="217068" y="108534"/>
                </a:cubicBezTo>
                <a:lnTo>
                  <a:pt x="217068" y="108534"/>
                </a:lnTo>
                <a:cubicBezTo>
                  <a:pt x="217068" y="168436"/>
                  <a:pt x="168436" y="217068"/>
                  <a:pt x="108534" y="217068"/>
                </a:cubicBezTo>
                <a:lnTo>
                  <a:pt x="108534" y="217068"/>
                </a:lnTo>
                <a:cubicBezTo>
                  <a:pt x="48633" y="217068"/>
                  <a:pt x="0" y="168436"/>
                  <a:pt x="0" y="108534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107" name="Text 105"/>
          <p:cNvSpPr/>
          <p:nvPr/>
        </p:nvSpPr>
        <p:spPr>
          <a:xfrm>
            <a:off x="6435848" y="5470123"/>
            <a:ext cx="27133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b="1" dirty="0">
                <a:solidFill>
                  <a:srgbClr val="1E1E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6752405" y="5470123"/>
            <a:ext cx="1148653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Отсутствие JRE</a:t>
            </a:r>
            <a:endParaRPr lang="en-US" sz="1600" dirty="0"/>
          </a:p>
        </p:txBody>
      </p:sp>
      <p:sp>
        <p:nvSpPr>
          <p:cNvPr id="109" name="Text 107"/>
          <p:cNvSpPr/>
          <p:nvPr/>
        </p:nvSpPr>
        <p:spPr>
          <a:xfrm>
            <a:off x="6462981" y="5759547"/>
            <a:ext cx="51644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Стратегия:</a:t>
            </a:r>
            <a:r>
              <a:rPr lang="en-US" sz="997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Уклонение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6462981" y="6012793"/>
            <a:ext cx="51644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Основной план:</a:t>
            </a:r>
            <a:r>
              <a:rPr lang="en-US" sz="997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Нативные установщики с встроенной JRE</a:t>
            </a:r>
            <a:endParaRPr lang="en-US" sz="1600" dirty="0"/>
          </a:p>
        </p:txBody>
      </p:sp>
      <p:sp>
        <p:nvSpPr>
          <p:cNvPr id="111" name="Text 109"/>
          <p:cNvSpPr/>
          <p:nvPr/>
        </p:nvSpPr>
        <p:spPr>
          <a:xfrm>
            <a:off x="6462981" y="6229861"/>
            <a:ext cx="51644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Отходной план:</a:t>
            </a:r>
            <a:r>
              <a:rPr lang="en-US" sz="997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Явное указание требований в README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752" y="392427"/>
            <a:ext cx="35675" cy="285402"/>
          </a:xfrm>
          <a:custGeom>
            <a:avLst/>
            <a:gdLst/>
            <a:ahLst/>
            <a:cxnLst/>
            <a:rect l="l" t="t" r="r" b="b"/>
            <a:pathLst>
              <a:path w="35675" h="285402">
                <a:moveTo>
                  <a:pt x="17838" y="0"/>
                </a:moveTo>
                <a:lnTo>
                  <a:pt x="17838" y="0"/>
                </a:lnTo>
                <a:cubicBezTo>
                  <a:pt x="27682" y="0"/>
                  <a:pt x="35675" y="7993"/>
                  <a:pt x="35675" y="17838"/>
                </a:cubicBezTo>
                <a:lnTo>
                  <a:pt x="35675" y="267564"/>
                </a:lnTo>
                <a:cubicBezTo>
                  <a:pt x="35675" y="277415"/>
                  <a:pt x="27689" y="285402"/>
                  <a:pt x="17838" y="285402"/>
                </a:cubicBezTo>
                <a:lnTo>
                  <a:pt x="17838" y="285402"/>
                </a:lnTo>
                <a:cubicBezTo>
                  <a:pt x="7986" y="285402"/>
                  <a:pt x="0" y="277415"/>
                  <a:pt x="0" y="267564"/>
                </a:cubicBezTo>
                <a:lnTo>
                  <a:pt x="0" y="17838"/>
                </a:lnTo>
                <a:cubicBezTo>
                  <a:pt x="0" y="7993"/>
                  <a:pt x="7993" y="0"/>
                  <a:pt x="17838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3" name="Text 1"/>
          <p:cNvSpPr/>
          <p:nvPr/>
        </p:nvSpPr>
        <p:spPr>
          <a:xfrm>
            <a:off x="488751" y="392427"/>
            <a:ext cx="2613208" cy="356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8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Стек технологий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9453" y="784854"/>
            <a:ext cx="11416064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4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Используемые технологии и обоснование выбора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320" y="1180849"/>
            <a:ext cx="5661654" cy="1790895"/>
          </a:xfrm>
          <a:custGeom>
            <a:avLst/>
            <a:gdLst/>
            <a:ahLst/>
            <a:cxnLst/>
            <a:rect l="l" t="t" r="r" b="b"/>
            <a:pathLst>
              <a:path w="5661654" h="1790895">
                <a:moveTo>
                  <a:pt x="107024" y="0"/>
                </a:moveTo>
                <a:lnTo>
                  <a:pt x="5554631" y="0"/>
                </a:lnTo>
                <a:cubicBezTo>
                  <a:pt x="5613738" y="0"/>
                  <a:pt x="5661654" y="47916"/>
                  <a:pt x="5661654" y="107024"/>
                </a:cubicBezTo>
                <a:lnTo>
                  <a:pt x="5661654" y="1683871"/>
                </a:lnTo>
                <a:cubicBezTo>
                  <a:pt x="5661654" y="1742979"/>
                  <a:pt x="5613738" y="1790895"/>
                  <a:pt x="5554631" y="1790895"/>
                </a:cubicBezTo>
                <a:lnTo>
                  <a:pt x="107024" y="1790895"/>
                </a:lnTo>
                <a:cubicBezTo>
                  <a:pt x="47916" y="1790895"/>
                  <a:pt x="0" y="1742979"/>
                  <a:pt x="0" y="1683871"/>
                </a:cubicBezTo>
                <a:lnTo>
                  <a:pt x="0" y="107024"/>
                </a:lnTo>
                <a:cubicBezTo>
                  <a:pt x="0" y="47916"/>
                  <a:pt x="47916" y="0"/>
                  <a:pt x="107024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pic>
        <p:nvPicPr>
          <p:cNvPr id="6" name="Image 0" descr="https://kimi-web-img.moonshot.cn/img/upload.wikimedia.org/bf247443a2546952f0a8d5246f7c5737dca78c4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588" y="1327120"/>
            <a:ext cx="570803" cy="570803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220092" y="1362795"/>
            <a:ext cx="1792679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Kotlin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20092" y="1648084"/>
            <a:ext cx="1757004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Язык программирования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6588" y="2004949"/>
            <a:ext cx="5440468" cy="4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4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Современный, лаконичный и безопасный язык для платформы JVM. Идеально подходит для разработки десктопных приложений.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6588" y="2575752"/>
            <a:ext cx="838367" cy="249726"/>
          </a:xfrm>
          <a:custGeom>
            <a:avLst/>
            <a:gdLst/>
            <a:ahLst/>
            <a:cxnLst/>
            <a:rect l="l" t="t" r="r" b="b"/>
            <a:pathLst>
              <a:path w="838367" h="249726">
                <a:moveTo>
                  <a:pt x="124863" y="0"/>
                </a:moveTo>
                <a:lnTo>
                  <a:pt x="713504" y="0"/>
                </a:lnTo>
                <a:cubicBezTo>
                  <a:pt x="782464" y="0"/>
                  <a:pt x="838367" y="55903"/>
                  <a:pt x="838367" y="124863"/>
                </a:cubicBezTo>
                <a:lnTo>
                  <a:pt x="838367" y="124863"/>
                </a:lnTo>
                <a:cubicBezTo>
                  <a:pt x="838367" y="193823"/>
                  <a:pt x="782464" y="249726"/>
                  <a:pt x="713504" y="249726"/>
                </a:cubicBezTo>
                <a:lnTo>
                  <a:pt x="124863" y="249726"/>
                </a:lnTo>
                <a:cubicBezTo>
                  <a:pt x="55949" y="249726"/>
                  <a:pt x="0" y="193777"/>
                  <a:pt x="0" y="124863"/>
                </a:cubicBezTo>
                <a:lnTo>
                  <a:pt x="0" y="124863"/>
                </a:lnTo>
                <a:cubicBezTo>
                  <a:pt x="0" y="55949"/>
                  <a:pt x="55949" y="0"/>
                  <a:pt x="124863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06588" y="2575752"/>
            <a:ext cx="900799" cy="249726"/>
          </a:xfrm>
          <a:prstGeom prst="rect">
            <a:avLst/>
          </a:prstGeom>
          <a:noFill/>
          <a:ln/>
        </p:spPr>
        <p:txBody>
          <a:bodyPr wrap="square" lIns="107026" tIns="35675" rIns="107026" bIns="35675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Null-safety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417197" y="2575752"/>
            <a:ext cx="838367" cy="249726"/>
          </a:xfrm>
          <a:custGeom>
            <a:avLst/>
            <a:gdLst/>
            <a:ahLst/>
            <a:cxnLst/>
            <a:rect l="l" t="t" r="r" b="b"/>
            <a:pathLst>
              <a:path w="838367" h="249726">
                <a:moveTo>
                  <a:pt x="124863" y="0"/>
                </a:moveTo>
                <a:lnTo>
                  <a:pt x="713504" y="0"/>
                </a:lnTo>
                <a:cubicBezTo>
                  <a:pt x="782464" y="0"/>
                  <a:pt x="838367" y="55903"/>
                  <a:pt x="838367" y="124863"/>
                </a:cubicBezTo>
                <a:lnTo>
                  <a:pt x="838367" y="124863"/>
                </a:lnTo>
                <a:cubicBezTo>
                  <a:pt x="838367" y="193823"/>
                  <a:pt x="782464" y="249726"/>
                  <a:pt x="713504" y="249726"/>
                </a:cubicBezTo>
                <a:lnTo>
                  <a:pt x="124863" y="249726"/>
                </a:lnTo>
                <a:cubicBezTo>
                  <a:pt x="55949" y="249726"/>
                  <a:pt x="0" y="193777"/>
                  <a:pt x="0" y="124863"/>
                </a:cubicBezTo>
                <a:lnTo>
                  <a:pt x="0" y="124863"/>
                </a:lnTo>
                <a:cubicBezTo>
                  <a:pt x="0" y="55949"/>
                  <a:pt x="55949" y="0"/>
                  <a:pt x="124863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417197" y="2575752"/>
            <a:ext cx="900799" cy="249726"/>
          </a:xfrm>
          <a:prstGeom prst="rect">
            <a:avLst/>
          </a:prstGeom>
          <a:noFill/>
          <a:ln/>
        </p:spPr>
        <p:txBody>
          <a:bodyPr wrap="square" lIns="107026" tIns="35675" rIns="107026" bIns="35675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Coroutines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325800" y="2575752"/>
            <a:ext cx="454859" cy="249726"/>
          </a:xfrm>
          <a:custGeom>
            <a:avLst/>
            <a:gdLst/>
            <a:ahLst/>
            <a:cxnLst/>
            <a:rect l="l" t="t" r="r" b="b"/>
            <a:pathLst>
              <a:path w="454859" h="249726">
                <a:moveTo>
                  <a:pt x="124863" y="0"/>
                </a:moveTo>
                <a:lnTo>
                  <a:pt x="329996" y="0"/>
                </a:lnTo>
                <a:cubicBezTo>
                  <a:pt x="398909" y="0"/>
                  <a:pt x="454859" y="55949"/>
                  <a:pt x="454859" y="124863"/>
                </a:cubicBezTo>
                <a:lnTo>
                  <a:pt x="454859" y="124863"/>
                </a:lnTo>
                <a:cubicBezTo>
                  <a:pt x="454859" y="193777"/>
                  <a:pt x="398909" y="249726"/>
                  <a:pt x="329996" y="249726"/>
                </a:cubicBezTo>
                <a:lnTo>
                  <a:pt x="124863" y="249726"/>
                </a:lnTo>
                <a:cubicBezTo>
                  <a:pt x="55949" y="249726"/>
                  <a:pt x="0" y="193777"/>
                  <a:pt x="0" y="124863"/>
                </a:cubicBezTo>
                <a:lnTo>
                  <a:pt x="0" y="124863"/>
                </a:lnTo>
                <a:cubicBezTo>
                  <a:pt x="0" y="55949"/>
                  <a:pt x="55949" y="0"/>
                  <a:pt x="124863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2325800" y="2575752"/>
            <a:ext cx="517290" cy="249726"/>
          </a:xfrm>
          <a:prstGeom prst="rect">
            <a:avLst/>
          </a:prstGeom>
          <a:noFill/>
          <a:ln/>
        </p:spPr>
        <p:txBody>
          <a:bodyPr wrap="square" lIns="107026" tIns="35675" rIns="107026" bIns="35675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DSL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60320" y="3121581"/>
            <a:ext cx="5661654" cy="1790895"/>
          </a:xfrm>
          <a:custGeom>
            <a:avLst/>
            <a:gdLst/>
            <a:ahLst/>
            <a:cxnLst/>
            <a:rect l="l" t="t" r="r" b="b"/>
            <a:pathLst>
              <a:path w="5661654" h="1790895">
                <a:moveTo>
                  <a:pt x="107024" y="0"/>
                </a:moveTo>
                <a:lnTo>
                  <a:pt x="5554631" y="0"/>
                </a:lnTo>
                <a:cubicBezTo>
                  <a:pt x="5613738" y="0"/>
                  <a:pt x="5661654" y="47916"/>
                  <a:pt x="5661654" y="107024"/>
                </a:cubicBezTo>
                <a:lnTo>
                  <a:pt x="5661654" y="1683871"/>
                </a:lnTo>
                <a:cubicBezTo>
                  <a:pt x="5661654" y="1742979"/>
                  <a:pt x="5613738" y="1790895"/>
                  <a:pt x="5554631" y="1790895"/>
                </a:cubicBezTo>
                <a:lnTo>
                  <a:pt x="107024" y="1790895"/>
                </a:lnTo>
                <a:cubicBezTo>
                  <a:pt x="47916" y="1790895"/>
                  <a:pt x="0" y="1742979"/>
                  <a:pt x="0" y="1683871"/>
                </a:cubicBezTo>
                <a:lnTo>
                  <a:pt x="0" y="107024"/>
                </a:lnTo>
                <a:cubicBezTo>
                  <a:pt x="0" y="47916"/>
                  <a:pt x="47916" y="0"/>
                  <a:pt x="107024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6588" y="3267848"/>
            <a:ext cx="570803" cy="570803"/>
          </a:xfrm>
          <a:custGeom>
            <a:avLst/>
            <a:gdLst/>
            <a:ahLst/>
            <a:cxnLst/>
            <a:rect l="l" t="t" r="r" b="b"/>
            <a:pathLst>
              <a:path w="570803" h="570803">
                <a:moveTo>
                  <a:pt x="107026" y="0"/>
                </a:moveTo>
                <a:lnTo>
                  <a:pt x="463778" y="0"/>
                </a:lnTo>
                <a:cubicBezTo>
                  <a:pt x="522886" y="0"/>
                  <a:pt x="570803" y="47917"/>
                  <a:pt x="570803" y="107026"/>
                </a:cubicBezTo>
                <a:lnTo>
                  <a:pt x="570803" y="463778"/>
                </a:lnTo>
                <a:cubicBezTo>
                  <a:pt x="570803" y="522886"/>
                  <a:pt x="522886" y="570803"/>
                  <a:pt x="463778" y="570803"/>
                </a:cubicBezTo>
                <a:lnTo>
                  <a:pt x="107026" y="570803"/>
                </a:lnTo>
                <a:cubicBezTo>
                  <a:pt x="47917" y="570803"/>
                  <a:pt x="0" y="522886"/>
                  <a:pt x="0" y="463778"/>
                </a:cubicBezTo>
                <a:lnTo>
                  <a:pt x="0" y="107026"/>
                </a:lnTo>
                <a:cubicBezTo>
                  <a:pt x="0" y="47957"/>
                  <a:pt x="47957" y="0"/>
                  <a:pt x="107026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31451" y="3392711"/>
            <a:ext cx="321077" cy="321077"/>
          </a:xfrm>
          <a:custGeom>
            <a:avLst/>
            <a:gdLst/>
            <a:ahLst/>
            <a:cxnLst/>
            <a:rect l="l" t="t" r="r" b="b"/>
            <a:pathLst>
              <a:path w="321077" h="321077">
                <a:moveTo>
                  <a:pt x="40135" y="20067"/>
                </a:moveTo>
                <a:cubicBezTo>
                  <a:pt x="17998" y="20067"/>
                  <a:pt x="0" y="38065"/>
                  <a:pt x="0" y="60202"/>
                </a:cubicBezTo>
                <a:lnTo>
                  <a:pt x="0" y="220740"/>
                </a:lnTo>
                <a:cubicBezTo>
                  <a:pt x="0" y="242877"/>
                  <a:pt x="17998" y="260875"/>
                  <a:pt x="40135" y="260875"/>
                </a:cubicBezTo>
                <a:lnTo>
                  <a:pt x="130437" y="260875"/>
                </a:lnTo>
                <a:lnTo>
                  <a:pt x="120404" y="290976"/>
                </a:lnTo>
                <a:lnTo>
                  <a:pt x="75252" y="290976"/>
                </a:lnTo>
                <a:cubicBezTo>
                  <a:pt x="66912" y="290976"/>
                  <a:pt x="60202" y="297686"/>
                  <a:pt x="60202" y="306026"/>
                </a:cubicBezTo>
                <a:cubicBezTo>
                  <a:pt x="60202" y="314367"/>
                  <a:pt x="66912" y="321077"/>
                  <a:pt x="75252" y="321077"/>
                </a:cubicBezTo>
                <a:lnTo>
                  <a:pt x="245824" y="321077"/>
                </a:lnTo>
                <a:cubicBezTo>
                  <a:pt x="254165" y="321077"/>
                  <a:pt x="260875" y="314367"/>
                  <a:pt x="260875" y="306026"/>
                </a:cubicBezTo>
                <a:cubicBezTo>
                  <a:pt x="260875" y="297686"/>
                  <a:pt x="254165" y="290976"/>
                  <a:pt x="245824" y="290976"/>
                </a:cubicBezTo>
                <a:lnTo>
                  <a:pt x="200673" y="290976"/>
                </a:lnTo>
                <a:lnTo>
                  <a:pt x="190639" y="260875"/>
                </a:lnTo>
                <a:lnTo>
                  <a:pt x="280942" y="260875"/>
                </a:lnTo>
                <a:cubicBezTo>
                  <a:pt x="303079" y="260875"/>
                  <a:pt x="321077" y="242877"/>
                  <a:pt x="321077" y="220740"/>
                </a:cubicBezTo>
                <a:lnTo>
                  <a:pt x="321077" y="60202"/>
                </a:lnTo>
                <a:cubicBezTo>
                  <a:pt x="321077" y="38065"/>
                  <a:pt x="303079" y="20067"/>
                  <a:pt x="280942" y="20067"/>
                </a:cubicBezTo>
                <a:lnTo>
                  <a:pt x="40135" y="20067"/>
                </a:lnTo>
                <a:close/>
                <a:moveTo>
                  <a:pt x="60202" y="60202"/>
                </a:moveTo>
                <a:lnTo>
                  <a:pt x="260875" y="60202"/>
                </a:lnTo>
                <a:cubicBezTo>
                  <a:pt x="271975" y="60202"/>
                  <a:pt x="280942" y="69169"/>
                  <a:pt x="280942" y="80269"/>
                </a:cubicBezTo>
                <a:lnTo>
                  <a:pt x="280942" y="180606"/>
                </a:lnTo>
                <a:cubicBezTo>
                  <a:pt x="280942" y="191705"/>
                  <a:pt x="271975" y="200673"/>
                  <a:pt x="260875" y="200673"/>
                </a:cubicBezTo>
                <a:lnTo>
                  <a:pt x="60202" y="200673"/>
                </a:lnTo>
                <a:cubicBezTo>
                  <a:pt x="49102" y="200673"/>
                  <a:pt x="40135" y="191705"/>
                  <a:pt x="40135" y="180606"/>
                </a:cubicBezTo>
                <a:lnTo>
                  <a:pt x="40135" y="80269"/>
                </a:lnTo>
                <a:cubicBezTo>
                  <a:pt x="40135" y="69169"/>
                  <a:pt x="49102" y="60202"/>
                  <a:pt x="60202" y="6020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9" name="Text 16"/>
          <p:cNvSpPr/>
          <p:nvPr/>
        </p:nvSpPr>
        <p:spPr>
          <a:xfrm>
            <a:off x="1220092" y="3303523"/>
            <a:ext cx="2247538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Compose for Desktop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20092" y="3588815"/>
            <a:ext cx="2211862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UI-фреймворк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06588" y="3945676"/>
            <a:ext cx="5440468" cy="4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4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Современный декларативный фреймворк для создания нативных UI. Меньше кода, интуитивная разработка, интеграция с Flow.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06588" y="4516480"/>
            <a:ext cx="1150525" cy="249726"/>
          </a:xfrm>
          <a:custGeom>
            <a:avLst/>
            <a:gdLst/>
            <a:ahLst/>
            <a:cxnLst/>
            <a:rect l="l" t="t" r="r" b="b"/>
            <a:pathLst>
              <a:path w="1150525" h="249726">
                <a:moveTo>
                  <a:pt x="124863" y="0"/>
                </a:moveTo>
                <a:lnTo>
                  <a:pt x="1025662" y="0"/>
                </a:lnTo>
                <a:cubicBezTo>
                  <a:pt x="1094622" y="0"/>
                  <a:pt x="1150525" y="55903"/>
                  <a:pt x="1150525" y="124863"/>
                </a:cubicBezTo>
                <a:lnTo>
                  <a:pt x="1150525" y="124863"/>
                </a:lnTo>
                <a:cubicBezTo>
                  <a:pt x="1150525" y="193823"/>
                  <a:pt x="1094622" y="249726"/>
                  <a:pt x="1025662" y="249726"/>
                </a:cubicBezTo>
                <a:lnTo>
                  <a:pt x="124863" y="249726"/>
                </a:lnTo>
                <a:cubicBezTo>
                  <a:pt x="55949" y="249726"/>
                  <a:pt x="0" y="193777"/>
                  <a:pt x="0" y="124863"/>
                </a:cubicBezTo>
                <a:lnTo>
                  <a:pt x="0" y="124863"/>
                </a:lnTo>
                <a:cubicBezTo>
                  <a:pt x="0" y="55949"/>
                  <a:pt x="55949" y="0"/>
                  <a:pt x="124863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06588" y="4516480"/>
            <a:ext cx="1212957" cy="249726"/>
          </a:xfrm>
          <a:prstGeom prst="rect">
            <a:avLst/>
          </a:prstGeom>
          <a:noFill/>
          <a:ln/>
        </p:spPr>
        <p:txBody>
          <a:bodyPr wrap="square" lIns="107026" tIns="35675" rIns="107026" bIns="35675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Декларативный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732254" y="4516480"/>
            <a:ext cx="927555" cy="249726"/>
          </a:xfrm>
          <a:custGeom>
            <a:avLst/>
            <a:gdLst/>
            <a:ahLst/>
            <a:cxnLst/>
            <a:rect l="l" t="t" r="r" b="b"/>
            <a:pathLst>
              <a:path w="927555" h="249726">
                <a:moveTo>
                  <a:pt x="124863" y="0"/>
                </a:moveTo>
                <a:lnTo>
                  <a:pt x="802692" y="0"/>
                </a:lnTo>
                <a:cubicBezTo>
                  <a:pt x="871652" y="0"/>
                  <a:pt x="927555" y="55903"/>
                  <a:pt x="927555" y="124863"/>
                </a:cubicBezTo>
                <a:lnTo>
                  <a:pt x="927555" y="124863"/>
                </a:lnTo>
                <a:cubicBezTo>
                  <a:pt x="927555" y="193823"/>
                  <a:pt x="871652" y="249726"/>
                  <a:pt x="802692" y="249726"/>
                </a:cubicBezTo>
                <a:lnTo>
                  <a:pt x="124863" y="249726"/>
                </a:lnTo>
                <a:cubicBezTo>
                  <a:pt x="55949" y="249726"/>
                  <a:pt x="0" y="193777"/>
                  <a:pt x="0" y="124863"/>
                </a:cubicBezTo>
                <a:lnTo>
                  <a:pt x="0" y="124863"/>
                </a:lnTo>
                <a:cubicBezTo>
                  <a:pt x="0" y="55949"/>
                  <a:pt x="55949" y="0"/>
                  <a:pt x="124863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732254" y="4516480"/>
            <a:ext cx="989987" cy="249726"/>
          </a:xfrm>
          <a:prstGeom prst="rect">
            <a:avLst/>
          </a:prstGeom>
          <a:noFill/>
          <a:ln/>
        </p:spPr>
        <p:txBody>
          <a:bodyPr wrap="square" lIns="107026" tIns="35675" rIns="107026" bIns="35675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Реактивный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729599" y="4516480"/>
            <a:ext cx="1542952" cy="249726"/>
          </a:xfrm>
          <a:custGeom>
            <a:avLst/>
            <a:gdLst/>
            <a:ahLst/>
            <a:cxnLst/>
            <a:rect l="l" t="t" r="r" b="b"/>
            <a:pathLst>
              <a:path w="1542952" h="249726">
                <a:moveTo>
                  <a:pt x="124863" y="0"/>
                </a:moveTo>
                <a:lnTo>
                  <a:pt x="1418089" y="0"/>
                </a:lnTo>
                <a:cubicBezTo>
                  <a:pt x="1487049" y="0"/>
                  <a:pt x="1542952" y="55903"/>
                  <a:pt x="1542952" y="124863"/>
                </a:cubicBezTo>
                <a:lnTo>
                  <a:pt x="1542952" y="124863"/>
                </a:lnTo>
                <a:cubicBezTo>
                  <a:pt x="1542952" y="193823"/>
                  <a:pt x="1487049" y="249726"/>
                  <a:pt x="1418089" y="249726"/>
                </a:cubicBezTo>
                <a:lnTo>
                  <a:pt x="124863" y="249726"/>
                </a:lnTo>
                <a:cubicBezTo>
                  <a:pt x="55949" y="249726"/>
                  <a:pt x="0" y="193777"/>
                  <a:pt x="0" y="124863"/>
                </a:cubicBezTo>
                <a:lnTo>
                  <a:pt x="0" y="124863"/>
                </a:lnTo>
                <a:cubicBezTo>
                  <a:pt x="0" y="55949"/>
                  <a:pt x="55949" y="0"/>
                  <a:pt x="124863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2729599" y="4516480"/>
            <a:ext cx="1605384" cy="249726"/>
          </a:xfrm>
          <a:prstGeom prst="rect">
            <a:avLst/>
          </a:prstGeom>
          <a:noFill/>
          <a:ln/>
        </p:spPr>
        <p:txBody>
          <a:bodyPr wrap="square" lIns="107026" tIns="35675" rIns="107026" bIns="35675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Кроссплатформенный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60320" y="5062313"/>
            <a:ext cx="5661654" cy="1633127"/>
          </a:xfrm>
          <a:custGeom>
            <a:avLst/>
            <a:gdLst/>
            <a:ahLst/>
            <a:cxnLst/>
            <a:rect l="l" t="t" r="r" b="b"/>
            <a:pathLst>
              <a:path w="5661654" h="1790895">
                <a:moveTo>
                  <a:pt x="107024" y="0"/>
                </a:moveTo>
                <a:lnTo>
                  <a:pt x="5554631" y="0"/>
                </a:lnTo>
                <a:cubicBezTo>
                  <a:pt x="5613738" y="0"/>
                  <a:pt x="5661654" y="47916"/>
                  <a:pt x="5661654" y="107024"/>
                </a:cubicBezTo>
                <a:lnTo>
                  <a:pt x="5661654" y="1683871"/>
                </a:lnTo>
                <a:cubicBezTo>
                  <a:pt x="5661654" y="1742979"/>
                  <a:pt x="5613738" y="1790895"/>
                  <a:pt x="5554631" y="1790895"/>
                </a:cubicBezTo>
                <a:lnTo>
                  <a:pt x="107024" y="1790895"/>
                </a:lnTo>
                <a:cubicBezTo>
                  <a:pt x="47916" y="1790895"/>
                  <a:pt x="0" y="1742979"/>
                  <a:pt x="0" y="1683871"/>
                </a:cubicBezTo>
                <a:lnTo>
                  <a:pt x="0" y="107024"/>
                </a:lnTo>
                <a:cubicBezTo>
                  <a:pt x="0" y="47916"/>
                  <a:pt x="47916" y="0"/>
                  <a:pt x="107024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6588" y="5208579"/>
            <a:ext cx="570803" cy="570803"/>
          </a:xfrm>
          <a:custGeom>
            <a:avLst/>
            <a:gdLst/>
            <a:ahLst/>
            <a:cxnLst/>
            <a:rect l="l" t="t" r="r" b="b"/>
            <a:pathLst>
              <a:path w="570803" h="570803">
                <a:moveTo>
                  <a:pt x="107026" y="0"/>
                </a:moveTo>
                <a:lnTo>
                  <a:pt x="463778" y="0"/>
                </a:lnTo>
                <a:cubicBezTo>
                  <a:pt x="522886" y="0"/>
                  <a:pt x="570803" y="47917"/>
                  <a:pt x="570803" y="107026"/>
                </a:cubicBezTo>
                <a:lnTo>
                  <a:pt x="570803" y="463778"/>
                </a:lnTo>
                <a:cubicBezTo>
                  <a:pt x="570803" y="522886"/>
                  <a:pt x="522886" y="570803"/>
                  <a:pt x="463778" y="570803"/>
                </a:cubicBezTo>
                <a:lnTo>
                  <a:pt x="107026" y="570803"/>
                </a:lnTo>
                <a:cubicBezTo>
                  <a:pt x="47917" y="570803"/>
                  <a:pt x="0" y="522886"/>
                  <a:pt x="0" y="463778"/>
                </a:cubicBezTo>
                <a:lnTo>
                  <a:pt x="0" y="107026"/>
                </a:lnTo>
                <a:cubicBezTo>
                  <a:pt x="0" y="47957"/>
                  <a:pt x="47957" y="0"/>
                  <a:pt x="107026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31451" y="5333443"/>
            <a:ext cx="321077" cy="321077"/>
          </a:xfrm>
          <a:custGeom>
            <a:avLst/>
            <a:gdLst/>
            <a:ahLst/>
            <a:cxnLst/>
            <a:rect l="l" t="t" r="r" b="b"/>
            <a:pathLst>
              <a:path w="321077" h="321077">
                <a:moveTo>
                  <a:pt x="0" y="50168"/>
                </a:moveTo>
                <a:cubicBezTo>
                  <a:pt x="0" y="33550"/>
                  <a:pt x="13483" y="20067"/>
                  <a:pt x="30101" y="20067"/>
                </a:cubicBezTo>
                <a:lnTo>
                  <a:pt x="90303" y="20067"/>
                </a:lnTo>
                <a:cubicBezTo>
                  <a:pt x="106921" y="20067"/>
                  <a:pt x="120404" y="33550"/>
                  <a:pt x="120404" y="50168"/>
                </a:cubicBezTo>
                <a:lnTo>
                  <a:pt x="120404" y="60202"/>
                </a:lnTo>
                <a:lnTo>
                  <a:pt x="200673" y="60202"/>
                </a:lnTo>
                <a:lnTo>
                  <a:pt x="200673" y="50168"/>
                </a:lnTo>
                <a:cubicBezTo>
                  <a:pt x="200673" y="33550"/>
                  <a:pt x="214156" y="20067"/>
                  <a:pt x="230774" y="20067"/>
                </a:cubicBezTo>
                <a:lnTo>
                  <a:pt x="290976" y="20067"/>
                </a:lnTo>
                <a:cubicBezTo>
                  <a:pt x="307594" y="20067"/>
                  <a:pt x="321077" y="33550"/>
                  <a:pt x="321077" y="50168"/>
                </a:cubicBezTo>
                <a:lnTo>
                  <a:pt x="321077" y="110370"/>
                </a:lnTo>
                <a:cubicBezTo>
                  <a:pt x="321077" y="126988"/>
                  <a:pt x="307594" y="140471"/>
                  <a:pt x="290976" y="140471"/>
                </a:cubicBezTo>
                <a:lnTo>
                  <a:pt x="230774" y="140471"/>
                </a:lnTo>
                <a:cubicBezTo>
                  <a:pt x="214156" y="140471"/>
                  <a:pt x="200673" y="126988"/>
                  <a:pt x="200673" y="110370"/>
                </a:cubicBezTo>
                <a:lnTo>
                  <a:pt x="200673" y="100337"/>
                </a:lnTo>
                <a:lnTo>
                  <a:pt x="120404" y="100337"/>
                </a:lnTo>
                <a:lnTo>
                  <a:pt x="120404" y="110370"/>
                </a:lnTo>
                <a:cubicBezTo>
                  <a:pt x="120404" y="114948"/>
                  <a:pt x="119338" y="119338"/>
                  <a:pt x="117519" y="123226"/>
                </a:cubicBezTo>
                <a:lnTo>
                  <a:pt x="160538" y="180606"/>
                </a:lnTo>
                <a:lnTo>
                  <a:pt x="210707" y="180606"/>
                </a:lnTo>
                <a:cubicBezTo>
                  <a:pt x="227325" y="180606"/>
                  <a:pt x="240808" y="194088"/>
                  <a:pt x="240808" y="210707"/>
                </a:cubicBezTo>
                <a:lnTo>
                  <a:pt x="240808" y="270909"/>
                </a:lnTo>
                <a:cubicBezTo>
                  <a:pt x="240808" y="287527"/>
                  <a:pt x="227325" y="301010"/>
                  <a:pt x="210707" y="301010"/>
                </a:cubicBezTo>
                <a:lnTo>
                  <a:pt x="150505" y="301010"/>
                </a:lnTo>
                <a:cubicBezTo>
                  <a:pt x="133887" y="301010"/>
                  <a:pt x="120404" y="287527"/>
                  <a:pt x="120404" y="270909"/>
                </a:cubicBezTo>
                <a:lnTo>
                  <a:pt x="120404" y="210707"/>
                </a:lnTo>
                <a:cubicBezTo>
                  <a:pt x="120404" y="206129"/>
                  <a:pt x="121470" y="201739"/>
                  <a:pt x="123288" y="197851"/>
                </a:cubicBezTo>
                <a:lnTo>
                  <a:pt x="80269" y="140471"/>
                </a:lnTo>
                <a:lnTo>
                  <a:pt x="30101" y="140471"/>
                </a:lnTo>
                <a:cubicBezTo>
                  <a:pt x="13483" y="140471"/>
                  <a:pt x="0" y="126988"/>
                  <a:pt x="0" y="110370"/>
                </a:cubicBezTo>
                <a:lnTo>
                  <a:pt x="0" y="50168"/>
                </a:ln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31" name="Text 28"/>
          <p:cNvSpPr/>
          <p:nvPr/>
        </p:nvSpPr>
        <p:spPr>
          <a:xfrm>
            <a:off x="1220092" y="5244255"/>
            <a:ext cx="1917542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Coroutines &amp; Flow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220092" y="5529547"/>
            <a:ext cx="1881867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Управление состоянием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06588" y="5834181"/>
            <a:ext cx="5440468" cy="4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4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Реактивные потоки данных для автоматического обновления UI. Асинхронные операции с БД без блокировки главного потока.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06588" y="6358368"/>
            <a:ext cx="784854" cy="249726"/>
          </a:xfrm>
          <a:custGeom>
            <a:avLst/>
            <a:gdLst/>
            <a:ahLst/>
            <a:cxnLst/>
            <a:rect l="l" t="t" r="r" b="b"/>
            <a:pathLst>
              <a:path w="784854" h="249726">
                <a:moveTo>
                  <a:pt x="124863" y="0"/>
                </a:moveTo>
                <a:lnTo>
                  <a:pt x="659991" y="0"/>
                </a:lnTo>
                <a:cubicBezTo>
                  <a:pt x="728951" y="0"/>
                  <a:pt x="784854" y="55903"/>
                  <a:pt x="784854" y="124863"/>
                </a:cubicBezTo>
                <a:lnTo>
                  <a:pt x="784854" y="124863"/>
                </a:lnTo>
                <a:cubicBezTo>
                  <a:pt x="784854" y="193823"/>
                  <a:pt x="728951" y="249726"/>
                  <a:pt x="659991" y="249726"/>
                </a:cubicBezTo>
                <a:lnTo>
                  <a:pt x="124863" y="249726"/>
                </a:lnTo>
                <a:cubicBezTo>
                  <a:pt x="55949" y="249726"/>
                  <a:pt x="0" y="193777"/>
                  <a:pt x="0" y="124863"/>
                </a:cubicBezTo>
                <a:lnTo>
                  <a:pt x="0" y="124863"/>
                </a:lnTo>
                <a:cubicBezTo>
                  <a:pt x="0" y="55949"/>
                  <a:pt x="55949" y="0"/>
                  <a:pt x="124863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506588" y="6358368"/>
            <a:ext cx="847286" cy="249726"/>
          </a:xfrm>
          <a:prstGeom prst="rect">
            <a:avLst/>
          </a:prstGeom>
          <a:noFill/>
          <a:ln/>
        </p:spPr>
        <p:txBody>
          <a:bodyPr wrap="square" lIns="107026" tIns="35675" rIns="107026" bIns="35675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StateFlow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362458" y="6363979"/>
            <a:ext cx="1123769" cy="249726"/>
          </a:xfrm>
          <a:custGeom>
            <a:avLst/>
            <a:gdLst/>
            <a:ahLst/>
            <a:cxnLst/>
            <a:rect l="l" t="t" r="r" b="b"/>
            <a:pathLst>
              <a:path w="1123769" h="249726">
                <a:moveTo>
                  <a:pt x="124863" y="0"/>
                </a:moveTo>
                <a:lnTo>
                  <a:pt x="998906" y="0"/>
                </a:lnTo>
                <a:cubicBezTo>
                  <a:pt x="1067866" y="0"/>
                  <a:pt x="1123769" y="55903"/>
                  <a:pt x="1123769" y="124863"/>
                </a:cubicBezTo>
                <a:lnTo>
                  <a:pt x="1123769" y="124863"/>
                </a:lnTo>
                <a:cubicBezTo>
                  <a:pt x="1123769" y="193823"/>
                  <a:pt x="1067866" y="249726"/>
                  <a:pt x="998906" y="249726"/>
                </a:cubicBezTo>
                <a:lnTo>
                  <a:pt x="124863" y="249726"/>
                </a:lnTo>
                <a:cubicBezTo>
                  <a:pt x="55949" y="249726"/>
                  <a:pt x="0" y="193777"/>
                  <a:pt x="0" y="124863"/>
                </a:cubicBezTo>
                <a:lnTo>
                  <a:pt x="0" y="124863"/>
                </a:lnTo>
                <a:cubicBezTo>
                  <a:pt x="0" y="55949"/>
                  <a:pt x="55949" y="0"/>
                  <a:pt x="124863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1362458" y="6363979"/>
            <a:ext cx="1186200" cy="249726"/>
          </a:xfrm>
          <a:prstGeom prst="rect">
            <a:avLst/>
          </a:prstGeom>
          <a:noFill/>
          <a:ln/>
        </p:spPr>
        <p:txBody>
          <a:bodyPr wrap="square" lIns="107026" tIns="35675" rIns="107026" bIns="35675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Асинхронность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171364" y="1180849"/>
            <a:ext cx="5661654" cy="1790895"/>
          </a:xfrm>
          <a:custGeom>
            <a:avLst/>
            <a:gdLst/>
            <a:ahLst/>
            <a:cxnLst/>
            <a:rect l="l" t="t" r="r" b="b"/>
            <a:pathLst>
              <a:path w="5661654" h="1790895">
                <a:moveTo>
                  <a:pt x="107024" y="0"/>
                </a:moveTo>
                <a:lnTo>
                  <a:pt x="5554631" y="0"/>
                </a:lnTo>
                <a:cubicBezTo>
                  <a:pt x="5613738" y="0"/>
                  <a:pt x="5661654" y="47916"/>
                  <a:pt x="5661654" y="107024"/>
                </a:cubicBezTo>
                <a:lnTo>
                  <a:pt x="5661654" y="1683871"/>
                </a:lnTo>
                <a:cubicBezTo>
                  <a:pt x="5661654" y="1742979"/>
                  <a:pt x="5613738" y="1790895"/>
                  <a:pt x="5554631" y="1790895"/>
                </a:cubicBezTo>
                <a:lnTo>
                  <a:pt x="107024" y="1790895"/>
                </a:lnTo>
                <a:cubicBezTo>
                  <a:pt x="47916" y="1790895"/>
                  <a:pt x="0" y="1742979"/>
                  <a:pt x="0" y="1683871"/>
                </a:cubicBezTo>
                <a:lnTo>
                  <a:pt x="0" y="107024"/>
                </a:lnTo>
                <a:cubicBezTo>
                  <a:pt x="0" y="47916"/>
                  <a:pt x="47916" y="0"/>
                  <a:pt x="107024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031137" y="1362795"/>
            <a:ext cx="963230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SQLite</a:t>
            </a:r>
            <a:endParaRPr lang="en-US" sz="1600" dirty="0"/>
          </a:p>
        </p:txBody>
      </p:sp>
      <p:sp>
        <p:nvSpPr>
          <p:cNvPr id="41" name="Text 37"/>
          <p:cNvSpPr/>
          <p:nvPr/>
        </p:nvSpPr>
        <p:spPr>
          <a:xfrm>
            <a:off x="7031137" y="1648084"/>
            <a:ext cx="927555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База данных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6317633" y="2004949"/>
            <a:ext cx="5440468" cy="4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4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Легковесная, встраиваемая реляционная база данных. Не требует отдельного сервера, идеальна для офлайн-приложений.</a:t>
            </a: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>
            <a:off x="6317633" y="2575752"/>
            <a:ext cx="1052418" cy="249726"/>
          </a:xfrm>
          <a:custGeom>
            <a:avLst/>
            <a:gdLst/>
            <a:ahLst/>
            <a:cxnLst/>
            <a:rect l="l" t="t" r="r" b="b"/>
            <a:pathLst>
              <a:path w="1052418" h="249726">
                <a:moveTo>
                  <a:pt x="124863" y="0"/>
                </a:moveTo>
                <a:lnTo>
                  <a:pt x="927555" y="0"/>
                </a:lnTo>
                <a:cubicBezTo>
                  <a:pt x="996515" y="0"/>
                  <a:pt x="1052418" y="55903"/>
                  <a:pt x="1052418" y="124863"/>
                </a:cubicBezTo>
                <a:lnTo>
                  <a:pt x="1052418" y="124863"/>
                </a:lnTo>
                <a:cubicBezTo>
                  <a:pt x="1052418" y="193823"/>
                  <a:pt x="996515" y="249726"/>
                  <a:pt x="927555" y="249726"/>
                </a:cubicBezTo>
                <a:lnTo>
                  <a:pt x="124863" y="249726"/>
                </a:lnTo>
                <a:cubicBezTo>
                  <a:pt x="55949" y="249726"/>
                  <a:pt x="0" y="193777"/>
                  <a:pt x="0" y="124863"/>
                </a:cubicBezTo>
                <a:lnTo>
                  <a:pt x="0" y="124863"/>
                </a:lnTo>
                <a:cubicBezTo>
                  <a:pt x="0" y="55949"/>
                  <a:pt x="55949" y="0"/>
                  <a:pt x="124863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44" name="Text 40"/>
          <p:cNvSpPr/>
          <p:nvPr/>
        </p:nvSpPr>
        <p:spPr>
          <a:xfrm>
            <a:off x="6317633" y="2575752"/>
            <a:ext cx="1114850" cy="249726"/>
          </a:xfrm>
          <a:prstGeom prst="rect">
            <a:avLst/>
          </a:prstGeom>
          <a:noFill/>
          <a:ln/>
        </p:spPr>
        <p:txBody>
          <a:bodyPr wrap="square" lIns="107026" tIns="35675" rIns="107026" bIns="35675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Встраиваемая</a:t>
            </a:r>
            <a:endParaRPr lang="en-US" sz="1600" dirty="0"/>
          </a:p>
        </p:txBody>
      </p:sp>
      <p:sp>
        <p:nvSpPr>
          <p:cNvPr id="45" name="Shape 41"/>
          <p:cNvSpPr/>
          <p:nvPr/>
        </p:nvSpPr>
        <p:spPr>
          <a:xfrm>
            <a:off x="7444746" y="2575752"/>
            <a:ext cx="1578628" cy="249726"/>
          </a:xfrm>
          <a:custGeom>
            <a:avLst/>
            <a:gdLst/>
            <a:ahLst/>
            <a:cxnLst/>
            <a:rect l="l" t="t" r="r" b="b"/>
            <a:pathLst>
              <a:path w="1578628" h="249726">
                <a:moveTo>
                  <a:pt x="124863" y="0"/>
                </a:moveTo>
                <a:lnTo>
                  <a:pt x="1453764" y="0"/>
                </a:lnTo>
                <a:cubicBezTo>
                  <a:pt x="1522724" y="0"/>
                  <a:pt x="1578628" y="55903"/>
                  <a:pt x="1578628" y="124863"/>
                </a:cubicBezTo>
                <a:lnTo>
                  <a:pt x="1578628" y="124863"/>
                </a:lnTo>
                <a:cubicBezTo>
                  <a:pt x="1578628" y="193823"/>
                  <a:pt x="1522724" y="249726"/>
                  <a:pt x="1453764" y="249726"/>
                </a:cubicBezTo>
                <a:lnTo>
                  <a:pt x="124863" y="249726"/>
                </a:lnTo>
                <a:cubicBezTo>
                  <a:pt x="55949" y="249726"/>
                  <a:pt x="0" y="193777"/>
                  <a:pt x="0" y="124863"/>
                </a:cubicBezTo>
                <a:lnTo>
                  <a:pt x="0" y="124863"/>
                </a:lnTo>
                <a:cubicBezTo>
                  <a:pt x="0" y="55949"/>
                  <a:pt x="55949" y="0"/>
                  <a:pt x="124863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46" name="Text 42"/>
          <p:cNvSpPr/>
          <p:nvPr/>
        </p:nvSpPr>
        <p:spPr>
          <a:xfrm>
            <a:off x="7444746" y="2575752"/>
            <a:ext cx="1641059" cy="249726"/>
          </a:xfrm>
          <a:prstGeom prst="rect">
            <a:avLst/>
          </a:prstGeom>
          <a:noFill/>
          <a:ln/>
        </p:spPr>
        <p:txBody>
          <a:bodyPr wrap="square" lIns="107026" tIns="35675" rIns="107026" bIns="35675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Нулевая конфигурация</a:t>
            </a:r>
            <a:endParaRPr lang="en-US" sz="1600" dirty="0"/>
          </a:p>
        </p:txBody>
      </p:sp>
      <p:sp>
        <p:nvSpPr>
          <p:cNvPr id="47" name="Shape 43"/>
          <p:cNvSpPr/>
          <p:nvPr/>
        </p:nvSpPr>
        <p:spPr>
          <a:xfrm>
            <a:off x="9098737" y="2575752"/>
            <a:ext cx="909718" cy="249726"/>
          </a:xfrm>
          <a:custGeom>
            <a:avLst/>
            <a:gdLst/>
            <a:ahLst/>
            <a:cxnLst/>
            <a:rect l="l" t="t" r="r" b="b"/>
            <a:pathLst>
              <a:path w="909718" h="249726">
                <a:moveTo>
                  <a:pt x="124863" y="0"/>
                </a:moveTo>
                <a:lnTo>
                  <a:pt x="784854" y="0"/>
                </a:lnTo>
                <a:cubicBezTo>
                  <a:pt x="853814" y="0"/>
                  <a:pt x="909718" y="55903"/>
                  <a:pt x="909718" y="124863"/>
                </a:cubicBezTo>
                <a:lnTo>
                  <a:pt x="909718" y="124863"/>
                </a:lnTo>
                <a:cubicBezTo>
                  <a:pt x="909718" y="193823"/>
                  <a:pt x="853814" y="249726"/>
                  <a:pt x="784854" y="249726"/>
                </a:cubicBezTo>
                <a:lnTo>
                  <a:pt x="124863" y="249726"/>
                </a:lnTo>
                <a:cubicBezTo>
                  <a:pt x="55949" y="249726"/>
                  <a:pt x="0" y="193777"/>
                  <a:pt x="0" y="124863"/>
                </a:cubicBezTo>
                <a:lnTo>
                  <a:pt x="0" y="124863"/>
                </a:lnTo>
                <a:cubicBezTo>
                  <a:pt x="0" y="55949"/>
                  <a:pt x="55949" y="0"/>
                  <a:pt x="124863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48" name="Text 44"/>
          <p:cNvSpPr/>
          <p:nvPr/>
        </p:nvSpPr>
        <p:spPr>
          <a:xfrm>
            <a:off x="9098737" y="2575752"/>
            <a:ext cx="972149" cy="249726"/>
          </a:xfrm>
          <a:prstGeom prst="rect">
            <a:avLst/>
          </a:prstGeom>
          <a:noFill/>
          <a:ln/>
        </p:spPr>
        <p:txBody>
          <a:bodyPr wrap="square" lIns="107026" tIns="35675" rIns="107026" bIns="35675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Транзакции</a:t>
            </a:r>
            <a:endParaRPr lang="en-US" sz="1600" dirty="0"/>
          </a:p>
        </p:txBody>
      </p:sp>
      <p:sp>
        <p:nvSpPr>
          <p:cNvPr id="49" name="Shape 45"/>
          <p:cNvSpPr/>
          <p:nvPr/>
        </p:nvSpPr>
        <p:spPr>
          <a:xfrm>
            <a:off x="6171364" y="3121581"/>
            <a:ext cx="5661654" cy="1790895"/>
          </a:xfrm>
          <a:custGeom>
            <a:avLst/>
            <a:gdLst/>
            <a:ahLst/>
            <a:cxnLst/>
            <a:rect l="l" t="t" r="r" b="b"/>
            <a:pathLst>
              <a:path w="5661654" h="1790895">
                <a:moveTo>
                  <a:pt x="107024" y="0"/>
                </a:moveTo>
                <a:lnTo>
                  <a:pt x="5554631" y="0"/>
                </a:lnTo>
                <a:cubicBezTo>
                  <a:pt x="5613738" y="0"/>
                  <a:pt x="5661654" y="47916"/>
                  <a:pt x="5661654" y="107024"/>
                </a:cubicBezTo>
                <a:lnTo>
                  <a:pt x="5661654" y="1683871"/>
                </a:lnTo>
                <a:cubicBezTo>
                  <a:pt x="5661654" y="1742979"/>
                  <a:pt x="5613738" y="1790895"/>
                  <a:pt x="5554631" y="1790895"/>
                </a:cubicBezTo>
                <a:lnTo>
                  <a:pt x="107024" y="1790895"/>
                </a:lnTo>
                <a:cubicBezTo>
                  <a:pt x="47916" y="1790895"/>
                  <a:pt x="0" y="1742979"/>
                  <a:pt x="0" y="1683871"/>
                </a:cubicBezTo>
                <a:lnTo>
                  <a:pt x="0" y="107024"/>
                </a:lnTo>
                <a:cubicBezTo>
                  <a:pt x="0" y="47916"/>
                  <a:pt x="47916" y="0"/>
                  <a:pt x="107024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317633" y="3267848"/>
            <a:ext cx="570803" cy="570803"/>
          </a:xfrm>
          <a:custGeom>
            <a:avLst/>
            <a:gdLst/>
            <a:ahLst/>
            <a:cxnLst/>
            <a:rect l="l" t="t" r="r" b="b"/>
            <a:pathLst>
              <a:path w="570803" h="570803">
                <a:moveTo>
                  <a:pt x="107026" y="0"/>
                </a:moveTo>
                <a:lnTo>
                  <a:pt x="463778" y="0"/>
                </a:lnTo>
                <a:cubicBezTo>
                  <a:pt x="522886" y="0"/>
                  <a:pt x="570803" y="47917"/>
                  <a:pt x="570803" y="107026"/>
                </a:cubicBezTo>
                <a:lnTo>
                  <a:pt x="570803" y="463778"/>
                </a:lnTo>
                <a:cubicBezTo>
                  <a:pt x="570803" y="522886"/>
                  <a:pt x="522886" y="570803"/>
                  <a:pt x="463778" y="570803"/>
                </a:cubicBezTo>
                <a:lnTo>
                  <a:pt x="107026" y="570803"/>
                </a:lnTo>
                <a:cubicBezTo>
                  <a:pt x="47917" y="570803"/>
                  <a:pt x="0" y="522886"/>
                  <a:pt x="0" y="463778"/>
                </a:cubicBezTo>
                <a:lnTo>
                  <a:pt x="0" y="107026"/>
                </a:lnTo>
                <a:cubicBezTo>
                  <a:pt x="0" y="47957"/>
                  <a:pt x="47957" y="0"/>
                  <a:pt x="107026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51" name="Shape 47"/>
          <p:cNvSpPr/>
          <p:nvPr/>
        </p:nvSpPr>
        <p:spPr>
          <a:xfrm>
            <a:off x="6402361" y="3392711"/>
            <a:ext cx="401346" cy="321077"/>
          </a:xfrm>
          <a:custGeom>
            <a:avLst/>
            <a:gdLst/>
            <a:ahLst/>
            <a:cxnLst/>
            <a:rect l="l" t="t" r="r" b="b"/>
            <a:pathLst>
              <a:path w="401346" h="321077">
                <a:moveTo>
                  <a:pt x="260812" y="132005"/>
                </a:moveTo>
                <a:cubicBezTo>
                  <a:pt x="268463" y="129936"/>
                  <a:pt x="276490" y="133573"/>
                  <a:pt x="279939" y="140659"/>
                </a:cubicBezTo>
                <a:lnTo>
                  <a:pt x="291603" y="164238"/>
                </a:lnTo>
                <a:cubicBezTo>
                  <a:pt x="298062" y="165116"/>
                  <a:pt x="304396" y="166872"/>
                  <a:pt x="310353" y="169318"/>
                </a:cubicBezTo>
                <a:lnTo>
                  <a:pt x="332302" y="154706"/>
                </a:lnTo>
                <a:cubicBezTo>
                  <a:pt x="338887" y="150317"/>
                  <a:pt x="347603" y="151195"/>
                  <a:pt x="353184" y="156776"/>
                </a:cubicBezTo>
                <a:lnTo>
                  <a:pt x="365225" y="168816"/>
                </a:lnTo>
                <a:cubicBezTo>
                  <a:pt x="370806" y="174397"/>
                  <a:pt x="371684" y="183177"/>
                  <a:pt x="367294" y="189699"/>
                </a:cubicBezTo>
                <a:lnTo>
                  <a:pt x="352683" y="211585"/>
                </a:lnTo>
                <a:cubicBezTo>
                  <a:pt x="353874" y="214532"/>
                  <a:pt x="354940" y="217605"/>
                  <a:pt x="355818" y="220803"/>
                </a:cubicBezTo>
                <a:cubicBezTo>
                  <a:pt x="356696" y="224001"/>
                  <a:pt x="357261" y="227137"/>
                  <a:pt x="357700" y="230335"/>
                </a:cubicBezTo>
                <a:lnTo>
                  <a:pt x="381341" y="241999"/>
                </a:lnTo>
                <a:cubicBezTo>
                  <a:pt x="388428" y="245511"/>
                  <a:pt x="392065" y="253538"/>
                  <a:pt x="389995" y="261126"/>
                </a:cubicBezTo>
                <a:lnTo>
                  <a:pt x="385606" y="277556"/>
                </a:lnTo>
                <a:cubicBezTo>
                  <a:pt x="383536" y="285144"/>
                  <a:pt x="376450" y="290286"/>
                  <a:pt x="368549" y="289784"/>
                </a:cubicBezTo>
                <a:lnTo>
                  <a:pt x="342210" y="288091"/>
                </a:lnTo>
                <a:cubicBezTo>
                  <a:pt x="338259" y="293171"/>
                  <a:pt x="333682" y="297874"/>
                  <a:pt x="328477" y="301887"/>
                </a:cubicBezTo>
                <a:lnTo>
                  <a:pt x="330170" y="328163"/>
                </a:lnTo>
                <a:cubicBezTo>
                  <a:pt x="330671" y="336065"/>
                  <a:pt x="325529" y="343214"/>
                  <a:pt x="317941" y="345220"/>
                </a:cubicBezTo>
                <a:lnTo>
                  <a:pt x="301511" y="349610"/>
                </a:lnTo>
                <a:cubicBezTo>
                  <a:pt x="293861" y="351679"/>
                  <a:pt x="285896" y="348042"/>
                  <a:pt x="282385" y="340956"/>
                </a:cubicBezTo>
                <a:lnTo>
                  <a:pt x="270720" y="317377"/>
                </a:lnTo>
                <a:cubicBezTo>
                  <a:pt x="264261" y="316499"/>
                  <a:pt x="257928" y="314743"/>
                  <a:pt x="251970" y="312297"/>
                </a:cubicBezTo>
                <a:lnTo>
                  <a:pt x="230021" y="326909"/>
                </a:lnTo>
                <a:cubicBezTo>
                  <a:pt x="223437" y="331299"/>
                  <a:pt x="214720" y="330421"/>
                  <a:pt x="209139" y="324839"/>
                </a:cubicBezTo>
                <a:lnTo>
                  <a:pt x="197099" y="312799"/>
                </a:lnTo>
                <a:cubicBezTo>
                  <a:pt x="191517" y="307218"/>
                  <a:pt x="190639" y="298501"/>
                  <a:pt x="195029" y="291917"/>
                </a:cubicBezTo>
                <a:lnTo>
                  <a:pt x="209641" y="269968"/>
                </a:lnTo>
                <a:cubicBezTo>
                  <a:pt x="208449" y="267021"/>
                  <a:pt x="207383" y="263948"/>
                  <a:pt x="206505" y="260749"/>
                </a:cubicBezTo>
                <a:cubicBezTo>
                  <a:pt x="205627" y="257551"/>
                  <a:pt x="205063" y="254353"/>
                  <a:pt x="204624" y="251218"/>
                </a:cubicBezTo>
                <a:lnTo>
                  <a:pt x="180982" y="239553"/>
                </a:lnTo>
                <a:cubicBezTo>
                  <a:pt x="173896" y="236042"/>
                  <a:pt x="170321" y="228015"/>
                  <a:pt x="172328" y="220427"/>
                </a:cubicBezTo>
                <a:lnTo>
                  <a:pt x="176718" y="203997"/>
                </a:lnTo>
                <a:cubicBezTo>
                  <a:pt x="178787" y="196409"/>
                  <a:pt x="185873" y="191266"/>
                  <a:pt x="193775" y="191768"/>
                </a:cubicBezTo>
                <a:lnTo>
                  <a:pt x="220050" y="193461"/>
                </a:lnTo>
                <a:cubicBezTo>
                  <a:pt x="224001" y="188382"/>
                  <a:pt x="228579" y="183679"/>
                  <a:pt x="233784" y="179665"/>
                </a:cubicBezTo>
                <a:lnTo>
                  <a:pt x="232091" y="153452"/>
                </a:lnTo>
                <a:cubicBezTo>
                  <a:pt x="231589" y="145551"/>
                  <a:pt x="236731" y="138402"/>
                  <a:pt x="244319" y="136395"/>
                </a:cubicBezTo>
                <a:lnTo>
                  <a:pt x="260749" y="132005"/>
                </a:lnTo>
                <a:close/>
                <a:moveTo>
                  <a:pt x="281193" y="213215"/>
                </a:moveTo>
                <a:cubicBezTo>
                  <a:pt x="265964" y="213232"/>
                  <a:pt x="253615" y="225610"/>
                  <a:pt x="253632" y="240839"/>
                </a:cubicBezTo>
                <a:cubicBezTo>
                  <a:pt x="253649" y="256068"/>
                  <a:pt x="266027" y="268417"/>
                  <a:pt x="281256" y="268400"/>
                </a:cubicBezTo>
                <a:cubicBezTo>
                  <a:pt x="296484" y="268383"/>
                  <a:pt x="308834" y="256005"/>
                  <a:pt x="308817" y="240776"/>
                </a:cubicBezTo>
                <a:cubicBezTo>
                  <a:pt x="308800" y="225548"/>
                  <a:pt x="296422" y="213198"/>
                  <a:pt x="281193" y="213215"/>
                </a:cubicBezTo>
                <a:close/>
                <a:moveTo>
                  <a:pt x="141035" y="-28533"/>
                </a:moveTo>
                <a:lnTo>
                  <a:pt x="157466" y="-24143"/>
                </a:lnTo>
                <a:cubicBezTo>
                  <a:pt x="165054" y="-22074"/>
                  <a:pt x="170196" y="-14925"/>
                  <a:pt x="169694" y="-7086"/>
                </a:cubicBezTo>
                <a:lnTo>
                  <a:pt x="168001" y="19127"/>
                </a:lnTo>
                <a:cubicBezTo>
                  <a:pt x="173206" y="23140"/>
                  <a:pt x="177784" y="27781"/>
                  <a:pt x="181734" y="32923"/>
                </a:cubicBezTo>
                <a:lnTo>
                  <a:pt x="208073" y="31230"/>
                </a:lnTo>
                <a:cubicBezTo>
                  <a:pt x="215912" y="30728"/>
                  <a:pt x="223061" y="35870"/>
                  <a:pt x="225130" y="43458"/>
                </a:cubicBezTo>
                <a:lnTo>
                  <a:pt x="229520" y="59888"/>
                </a:lnTo>
                <a:cubicBezTo>
                  <a:pt x="231526" y="67476"/>
                  <a:pt x="227952" y="75503"/>
                  <a:pt x="220866" y="79015"/>
                </a:cubicBezTo>
                <a:lnTo>
                  <a:pt x="197224" y="90679"/>
                </a:lnTo>
                <a:cubicBezTo>
                  <a:pt x="196785" y="93877"/>
                  <a:pt x="196158" y="97076"/>
                  <a:pt x="195343" y="100211"/>
                </a:cubicBezTo>
                <a:cubicBezTo>
                  <a:pt x="194527" y="103347"/>
                  <a:pt x="193399" y="106482"/>
                  <a:pt x="192207" y="109429"/>
                </a:cubicBezTo>
                <a:lnTo>
                  <a:pt x="206819" y="131378"/>
                </a:lnTo>
                <a:cubicBezTo>
                  <a:pt x="211208" y="137963"/>
                  <a:pt x="210330" y="146679"/>
                  <a:pt x="204749" y="152261"/>
                </a:cubicBezTo>
                <a:lnTo>
                  <a:pt x="192709" y="164301"/>
                </a:lnTo>
                <a:cubicBezTo>
                  <a:pt x="187128" y="169882"/>
                  <a:pt x="178411" y="170760"/>
                  <a:pt x="171826" y="166370"/>
                </a:cubicBezTo>
                <a:lnTo>
                  <a:pt x="149878" y="151759"/>
                </a:lnTo>
                <a:cubicBezTo>
                  <a:pt x="143920" y="154205"/>
                  <a:pt x="137586" y="155961"/>
                  <a:pt x="131127" y="156838"/>
                </a:cubicBezTo>
                <a:lnTo>
                  <a:pt x="119463" y="180418"/>
                </a:lnTo>
                <a:cubicBezTo>
                  <a:pt x="115951" y="187504"/>
                  <a:pt x="107924" y="191078"/>
                  <a:pt x="100337" y="189072"/>
                </a:cubicBezTo>
                <a:lnTo>
                  <a:pt x="83906" y="184682"/>
                </a:lnTo>
                <a:cubicBezTo>
                  <a:pt x="76256" y="182612"/>
                  <a:pt x="71176" y="175463"/>
                  <a:pt x="71678" y="167625"/>
                </a:cubicBezTo>
                <a:lnTo>
                  <a:pt x="73371" y="141349"/>
                </a:lnTo>
                <a:cubicBezTo>
                  <a:pt x="68166" y="137336"/>
                  <a:pt x="63588" y="132695"/>
                  <a:pt x="59638" y="127553"/>
                </a:cubicBezTo>
                <a:lnTo>
                  <a:pt x="33299" y="129246"/>
                </a:lnTo>
                <a:cubicBezTo>
                  <a:pt x="25460" y="129748"/>
                  <a:pt x="18311" y="124605"/>
                  <a:pt x="16242" y="117017"/>
                </a:cubicBezTo>
                <a:lnTo>
                  <a:pt x="11852" y="100587"/>
                </a:lnTo>
                <a:cubicBezTo>
                  <a:pt x="9846" y="92999"/>
                  <a:pt x="13420" y="84972"/>
                  <a:pt x="20506" y="81461"/>
                </a:cubicBezTo>
                <a:lnTo>
                  <a:pt x="44148" y="69797"/>
                </a:lnTo>
                <a:cubicBezTo>
                  <a:pt x="44587" y="66598"/>
                  <a:pt x="45214" y="63463"/>
                  <a:pt x="46029" y="60265"/>
                </a:cubicBezTo>
                <a:cubicBezTo>
                  <a:pt x="46907" y="57066"/>
                  <a:pt x="47911" y="53994"/>
                  <a:pt x="49165" y="51046"/>
                </a:cubicBezTo>
                <a:lnTo>
                  <a:pt x="34553" y="29160"/>
                </a:lnTo>
                <a:cubicBezTo>
                  <a:pt x="30164" y="22576"/>
                  <a:pt x="31042" y="13859"/>
                  <a:pt x="36623" y="8278"/>
                </a:cubicBezTo>
                <a:lnTo>
                  <a:pt x="48663" y="-3763"/>
                </a:lnTo>
                <a:cubicBezTo>
                  <a:pt x="54244" y="-9344"/>
                  <a:pt x="62961" y="-10222"/>
                  <a:pt x="69546" y="-5832"/>
                </a:cubicBezTo>
                <a:lnTo>
                  <a:pt x="91494" y="8779"/>
                </a:lnTo>
                <a:cubicBezTo>
                  <a:pt x="97452" y="6334"/>
                  <a:pt x="103786" y="4578"/>
                  <a:pt x="110245" y="3700"/>
                </a:cubicBezTo>
                <a:lnTo>
                  <a:pt x="121909" y="-19879"/>
                </a:lnTo>
                <a:cubicBezTo>
                  <a:pt x="125421" y="-26965"/>
                  <a:pt x="133385" y="-30540"/>
                  <a:pt x="141035" y="-28533"/>
                </a:cubicBezTo>
                <a:close/>
                <a:moveTo>
                  <a:pt x="120655" y="52677"/>
                </a:moveTo>
                <a:cubicBezTo>
                  <a:pt x="105426" y="52677"/>
                  <a:pt x="93062" y="65040"/>
                  <a:pt x="93062" y="80269"/>
                </a:cubicBezTo>
                <a:cubicBezTo>
                  <a:pt x="93062" y="95498"/>
                  <a:pt x="105426" y="107862"/>
                  <a:pt x="120655" y="107862"/>
                </a:cubicBezTo>
                <a:cubicBezTo>
                  <a:pt x="135883" y="107862"/>
                  <a:pt x="148247" y="95498"/>
                  <a:pt x="148247" y="80269"/>
                </a:cubicBezTo>
                <a:cubicBezTo>
                  <a:pt x="148247" y="65040"/>
                  <a:pt x="135883" y="52677"/>
                  <a:pt x="120655" y="52677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52" name="Text 48"/>
          <p:cNvSpPr/>
          <p:nvPr/>
        </p:nvSpPr>
        <p:spPr>
          <a:xfrm>
            <a:off x="7031137" y="3303523"/>
            <a:ext cx="2042405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Gradle + Kotlin DSL</a:t>
            </a:r>
            <a:endParaRPr lang="en-US" sz="1600" dirty="0"/>
          </a:p>
        </p:txBody>
      </p:sp>
      <p:sp>
        <p:nvSpPr>
          <p:cNvPr id="53" name="Text 49"/>
          <p:cNvSpPr/>
          <p:nvPr/>
        </p:nvSpPr>
        <p:spPr>
          <a:xfrm>
            <a:off x="7031137" y="3588815"/>
            <a:ext cx="2006730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Сборка и зависимости</a:t>
            </a:r>
            <a:endParaRPr lang="en-US" sz="1600" dirty="0"/>
          </a:p>
        </p:txBody>
      </p:sp>
      <p:sp>
        <p:nvSpPr>
          <p:cNvPr id="54" name="Text 50"/>
          <p:cNvSpPr/>
          <p:nvPr/>
        </p:nvSpPr>
        <p:spPr>
          <a:xfrm>
            <a:off x="6317633" y="3945676"/>
            <a:ext cx="5440468" cy="4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4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Стандарт де-факто для сборки Kotlin-проектов. Kotlin DSL обеспечивает типовую безопасность и автодополнение в IDE.</a:t>
            </a:r>
            <a:endParaRPr lang="en-US" sz="1600" dirty="0"/>
          </a:p>
        </p:txBody>
      </p:sp>
      <p:sp>
        <p:nvSpPr>
          <p:cNvPr id="55" name="Shape 51"/>
          <p:cNvSpPr/>
          <p:nvPr/>
        </p:nvSpPr>
        <p:spPr>
          <a:xfrm>
            <a:off x="6317633" y="4516480"/>
            <a:ext cx="1551871" cy="249726"/>
          </a:xfrm>
          <a:custGeom>
            <a:avLst/>
            <a:gdLst/>
            <a:ahLst/>
            <a:cxnLst/>
            <a:rect l="l" t="t" r="r" b="b"/>
            <a:pathLst>
              <a:path w="1551871" h="249726">
                <a:moveTo>
                  <a:pt x="124863" y="0"/>
                </a:moveTo>
                <a:lnTo>
                  <a:pt x="1427008" y="0"/>
                </a:lnTo>
                <a:cubicBezTo>
                  <a:pt x="1495968" y="0"/>
                  <a:pt x="1551871" y="55903"/>
                  <a:pt x="1551871" y="124863"/>
                </a:cubicBezTo>
                <a:lnTo>
                  <a:pt x="1551871" y="124863"/>
                </a:lnTo>
                <a:cubicBezTo>
                  <a:pt x="1551871" y="193823"/>
                  <a:pt x="1495968" y="249726"/>
                  <a:pt x="1427008" y="249726"/>
                </a:cubicBezTo>
                <a:lnTo>
                  <a:pt x="124863" y="249726"/>
                </a:lnTo>
                <a:cubicBezTo>
                  <a:pt x="55949" y="249726"/>
                  <a:pt x="0" y="193777"/>
                  <a:pt x="0" y="124863"/>
                </a:cubicBezTo>
                <a:lnTo>
                  <a:pt x="0" y="124863"/>
                </a:lnTo>
                <a:cubicBezTo>
                  <a:pt x="0" y="55949"/>
                  <a:pt x="55949" y="0"/>
                  <a:pt x="124863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56" name="Text 52"/>
          <p:cNvSpPr/>
          <p:nvPr/>
        </p:nvSpPr>
        <p:spPr>
          <a:xfrm>
            <a:off x="6317633" y="4516480"/>
            <a:ext cx="1614303" cy="249726"/>
          </a:xfrm>
          <a:prstGeom prst="rect">
            <a:avLst/>
          </a:prstGeom>
          <a:noFill/>
          <a:ln/>
        </p:spPr>
        <p:txBody>
          <a:bodyPr wrap="square" lIns="107026" tIns="35675" rIns="107026" bIns="35675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Типовая безопасность</a:t>
            </a:r>
            <a:endParaRPr lang="en-US" sz="1600" dirty="0"/>
          </a:p>
        </p:txBody>
      </p:sp>
      <p:sp>
        <p:nvSpPr>
          <p:cNvPr id="57" name="Shape 53"/>
          <p:cNvSpPr/>
          <p:nvPr/>
        </p:nvSpPr>
        <p:spPr>
          <a:xfrm>
            <a:off x="7944087" y="4516480"/>
            <a:ext cx="1212957" cy="249726"/>
          </a:xfrm>
          <a:custGeom>
            <a:avLst/>
            <a:gdLst/>
            <a:ahLst/>
            <a:cxnLst/>
            <a:rect l="l" t="t" r="r" b="b"/>
            <a:pathLst>
              <a:path w="1212957" h="249726">
                <a:moveTo>
                  <a:pt x="124863" y="0"/>
                </a:moveTo>
                <a:lnTo>
                  <a:pt x="1088094" y="0"/>
                </a:lnTo>
                <a:cubicBezTo>
                  <a:pt x="1157054" y="0"/>
                  <a:pt x="1212957" y="55903"/>
                  <a:pt x="1212957" y="124863"/>
                </a:cubicBezTo>
                <a:lnTo>
                  <a:pt x="1212957" y="124863"/>
                </a:lnTo>
                <a:cubicBezTo>
                  <a:pt x="1212957" y="193823"/>
                  <a:pt x="1157054" y="249726"/>
                  <a:pt x="1088094" y="249726"/>
                </a:cubicBezTo>
                <a:lnTo>
                  <a:pt x="124863" y="249726"/>
                </a:lnTo>
                <a:cubicBezTo>
                  <a:pt x="55949" y="249726"/>
                  <a:pt x="0" y="193777"/>
                  <a:pt x="0" y="124863"/>
                </a:cubicBezTo>
                <a:lnTo>
                  <a:pt x="0" y="124863"/>
                </a:lnTo>
                <a:cubicBezTo>
                  <a:pt x="0" y="55949"/>
                  <a:pt x="55949" y="0"/>
                  <a:pt x="124863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58" name="Text 54"/>
          <p:cNvSpPr/>
          <p:nvPr/>
        </p:nvSpPr>
        <p:spPr>
          <a:xfrm>
            <a:off x="7944087" y="4516480"/>
            <a:ext cx="1275388" cy="249726"/>
          </a:xfrm>
          <a:prstGeom prst="rect">
            <a:avLst/>
          </a:prstGeom>
          <a:noFill/>
          <a:ln/>
        </p:spPr>
        <p:txBody>
          <a:bodyPr wrap="square" lIns="107026" tIns="35675" rIns="107026" bIns="35675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Автодополнение</a:t>
            </a:r>
            <a:endParaRPr lang="en-US" sz="1600" dirty="0"/>
          </a:p>
        </p:txBody>
      </p:sp>
      <p:sp>
        <p:nvSpPr>
          <p:cNvPr id="59" name="Shape 55"/>
          <p:cNvSpPr/>
          <p:nvPr/>
        </p:nvSpPr>
        <p:spPr>
          <a:xfrm>
            <a:off x="6171364" y="5062313"/>
            <a:ext cx="5661654" cy="1287873"/>
          </a:xfrm>
          <a:custGeom>
            <a:avLst/>
            <a:gdLst/>
            <a:ahLst/>
            <a:cxnLst/>
            <a:rect l="l" t="t" r="r" b="b"/>
            <a:pathLst>
              <a:path w="5661654" h="1790895">
                <a:moveTo>
                  <a:pt x="107024" y="0"/>
                </a:moveTo>
                <a:lnTo>
                  <a:pt x="5554631" y="0"/>
                </a:lnTo>
                <a:cubicBezTo>
                  <a:pt x="5613738" y="0"/>
                  <a:pt x="5661654" y="47916"/>
                  <a:pt x="5661654" y="107024"/>
                </a:cubicBezTo>
                <a:lnTo>
                  <a:pt x="5661654" y="1683871"/>
                </a:lnTo>
                <a:cubicBezTo>
                  <a:pt x="5661654" y="1742979"/>
                  <a:pt x="5613738" y="1790895"/>
                  <a:pt x="5554631" y="1790895"/>
                </a:cubicBezTo>
                <a:lnTo>
                  <a:pt x="107024" y="1790895"/>
                </a:lnTo>
                <a:cubicBezTo>
                  <a:pt x="47916" y="1790895"/>
                  <a:pt x="0" y="1742979"/>
                  <a:pt x="0" y="1683871"/>
                </a:cubicBezTo>
                <a:lnTo>
                  <a:pt x="0" y="107024"/>
                </a:lnTo>
                <a:cubicBezTo>
                  <a:pt x="0" y="47916"/>
                  <a:pt x="47916" y="0"/>
                  <a:pt x="107024" y="0"/>
                </a:cubicBezTo>
                <a:close/>
              </a:path>
            </a:pathLst>
          </a:custGeom>
          <a:gradFill flip="none" rotWithShape="1">
            <a:gsLst>
              <a:gs pos="0">
                <a:srgbClr val="2176FF">
                  <a:alpha val="20000"/>
                </a:srgbClr>
              </a:gs>
              <a:gs pos="100000">
                <a:srgbClr val="4ADE80">
                  <a:alpha val="20000"/>
                </a:srgbClr>
              </a:gs>
            </a:gsLst>
            <a:lin ang="2700000" scaled="1"/>
          </a:gradFill>
          <a:ln w="10160">
            <a:solidFill>
              <a:srgbClr val="2176FF">
                <a:alpha val="4000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6336585" y="5208579"/>
            <a:ext cx="301010" cy="267564"/>
          </a:xfrm>
          <a:custGeom>
            <a:avLst/>
            <a:gdLst/>
            <a:ahLst/>
            <a:cxnLst/>
            <a:rect l="l" t="t" r="r" b="b"/>
            <a:pathLst>
              <a:path w="301010" h="267564">
                <a:moveTo>
                  <a:pt x="117112" y="50743"/>
                </a:moveTo>
                <a:lnTo>
                  <a:pt x="117112" y="76663"/>
                </a:lnTo>
                <a:lnTo>
                  <a:pt x="117373" y="76925"/>
                </a:lnTo>
                <a:cubicBezTo>
                  <a:pt x="120770" y="33864"/>
                  <a:pt x="156776" y="0"/>
                  <a:pt x="200725" y="0"/>
                </a:cubicBezTo>
                <a:cubicBezTo>
                  <a:pt x="211229" y="0"/>
                  <a:pt x="221315" y="1934"/>
                  <a:pt x="230565" y="5487"/>
                </a:cubicBezTo>
                <a:cubicBezTo>
                  <a:pt x="235791" y="7473"/>
                  <a:pt x="236731" y="14110"/>
                  <a:pt x="232812" y="18081"/>
                </a:cubicBezTo>
                <a:lnTo>
                  <a:pt x="186459" y="64435"/>
                </a:lnTo>
                <a:cubicBezTo>
                  <a:pt x="184891" y="66003"/>
                  <a:pt x="184003" y="68145"/>
                  <a:pt x="184003" y="70340"/>
                </a:cubicBezTo>
                <a:lnTo>
                  <a:pt x="184003" y="91975"/>
                </a:lnTo>
                <a:cubicBezTo>
                  <a:pt x="184003" y="96574"/>
                  <a:pt x="187765" y="100337"/>
                  <a:pt x="192364" y="100337"/>
                </a:cubicBezTo>
                <a:lnTo>
                  <a:pt x="213999" y="100337"/>
                </a:lnTo>
                <a:cubicBezTo>
                  <a:pt x="216194" y="100337"/>
                  <a:pt x="218336" y="99448"/>
                  <a:pt x="219904" y="97880"/>
                </a:cubicBezTo>
                <a:lnTo>
                  <a:pt x="266258" y="51527"/>
                </a:lnTo>
                <a:cubicBezTo>
                  <a:pt x="270229" y="47555"/>
                  <a:pt x="276866" y="48548"/>
                  <a:pt x="278852" y="53774"/>
                </a:cubicBezTo>
                <a:cubicBezTo>
                  <a:pt x="282405" y="63024"/>
                  <a:pt x="284339" y="73110"/>
                  <a:pt x="284339" y="83614"/>
                </a:cubicBezTo>
                <a:cubicBezTo>
                  <a:pt x="284339" y="115282"/>
                  <a:pt x="266728" y="142875"/>
                  <a:pt x="240703" y="157037"/>
                </a:cubicBezTo>
                <a:lnTo>
                  <a:pt x="283294" y="199628"/>
                </a:lnTo>
                <a:cubicBezTo>
                  <a:pt x="293066" y="209400"/>
                  <a:pt x="293066" y="225287"/>
                  <a:pt x="283294" y="235111"/>
                </a:cubicBezTo>
                <a:lnTo>
                  <a:pt x="251886" y="266519"/>
                </a:lnTo>
                <a:cubicBezTo>
                  <a:pt x="242114" y="276291"/>
                  <a:pt x="226227" y="276291"/>
                  <a:pt x="216403" y="266519"/>
                </a:cubicBezTo>
                <a:lnTo>
                  <a:pt x="150557" y="200673"/>
                </a:lnTo>
                <a:cubicBezTo>
                  <a:pt x="136238" y="186354"/>
                  <a:pt x="132998" y="165189"/>
                  <a:pt x="140889" y="147735"/>
                </a:cubicBezTo>
                <a:lnTo>
                  <a:pt x="93491" y="100337"/>
                </a:lnTo>
                <a:lnTo>
                  <a:pt x="67570" y="100337"/>
                </a:lnTo>
                <a:cubicBezTo>
                  <a:pt x="61979" y="100337"/>
                  <a:pt x="56753" y="97567"/>
                  <a:pt x="53670" y="92916"/>
                </a:cubicBezTo>
                <a:lnTo>
                  <a:pt x="12229" y="30780"/>
                </a:lnTo>
                <a:cubicBezTo>
                  <a:pt x="10034" y="27488"/>
                  <a:pt x="10452" y="23046"/>
                  <a:pt x="13274" y="20224"/>
                </a:cubicBezTo>
                <a:lnTo>
                  <a:pt x="36999" y="-3501"/>
                </a:lnTo>
                <a:cubicBezTo>
                  <a:pt x="39821" y="-6323"/>
                  <a:pt x="44211" y="-6741"/>
                  <a:pt x="47555" y="-4546"/>
                </a:cubicBezTo>
                <a:lnTo>
                  <a:pt x="109691" y="36842"/>
                </a:lnTo>
                <a:cubicBezTo>
                  <a:pt x="114342" y="39926"/>
                  <a:pt x="117112" y="45151"/>
                  <a:pt x="117112" y="50743"/>
                </a:cubicBezTo>
                <a:close/>
                <a:moveTo>
                  <a:pt x="112670" y="154999"/>
                </a:moveTo>
                <a:cubicBezTo>
                  <a:pt x="109377" y="174335"/>
                  <a:pt x="113924" y="194768"/>
                  <a:pt x="126466" y="211125"/>
                </a:cubicBezTo>
                <a:lnTo>
                  <a:pt x="76820" y="260718"/>
                </a:lnTo>
                <a:cubicBezTo>
                  <a:pt x="62135" y="275403"/>
                  <a:pt x="38306" y="275403"/>
                  <a:pt x="23621" y="260718"/>
                </a:cubicBezTo>
                <a:cubicBezTo>
                  <a:pt x="8936" y="246033"/>
                  <a:pt x="8936" y="222204"/>
                  <a:pt x="23621" y="207519"/>
                </a:cubicBezTo>
                <a:lnTo>
                  <a:pt x="94379" y="136761"/>
                </a:lnTo>
                <a:lnTo>
                  <a:pt x="112670" y="155051"/>
                </a:ln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61" name="Text 57"/>
          <p:cNvSpPr/>
          <p:nvPr/>
        </p:nvSpPr>
        <p:spPr>
          <a:xfrm>
            <a:off x="6759113" y="5217498"/>
            <a:ext cx="2729153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5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Дополнительные инструменты</a:t>
            </a:r>
            <a:endParaRPr lang="en-US" sz="1600" dirty="0"/>
          </a:p>
        </p:txBody>
      </p:sp>
      <p:sp>
        <p:nvSpPr>
          <p:cNvPr id="62" name="Shape 58"/>
          <p:cNvSpPr/>
          <p:nvPr/>
        </p:nvSpPr>
        <p:spPr>
          <a:xfrm>
            <a:off x="6317633" y="5583169"/>
            <a:ext cx="2648884" cy="321077"/>
          </a:xfrm>
          <a:custGeom>
            <a:avLst/>
            <a:gdLst/>
            <a:ahLst/>
            <a:cxnLst/>
            <a:rect l="l" t="t" r="r" b="b"/>
            <a:pathLst>
              <a:path w="2648884" h="321077">
                <a:moveTo>
                  <a:pt x="71350" y="0"/>
                </a:moveTo>
                <a:lnTo>
                  <a:pt x="2577534" y="0"/>
                </a:lnTo>
                <a:cubicBezTo>
                  <a:pt x="2616939" y="0"/>
                  <a:pt x="2648884" y="31944"/>
                  <a:pt x="2648884" y="71350"/>
                </a:cubicBezTo>
                <a:lnTo>
                  <a:pt x="2648884" y="249727"/>
                </a:lnTo>
                <a:cubicBezTo>
                  <a:pt x="2648884" y="289132"/>
                  <a:pt x="2616939" y="321077"/>
                  <a:pt x="2577534" y="321077"/>
                </a:cubicBezTo>
                <a:lnTo>
                  <a:pt x="71350" y="321077"/>
                </a:lnTo>
                <a:cubicBezTo>
                  <a:pt x="31944" y="321077"/>
                  <a:pt x="0" y="289132"/>
                  <a:pt x="0" y="249727"/>
                </a:cubicBezTo>
                <a:lnTo>
                  <a:pt x="0" y="71350"/>
                </a:lnTo>
                <a:cubicBezTo>
                  <a:pt x="0" y="31944"/>
                  <a:pt x="31944" y="0"/>
                  <a:pt x="71350" y="0"/>
                </a:cubicBezTo>
                <a:close/>
              </a:path>
            </a:pathLst>
          </a:custGeom>
          <a:solidFill>
            <a:srgbClr val="1E1E1E">
              <a:alpha val="50196"/>
            </a:srgbClr>
          </a:solidFill>
          <a:ln/>
        </p:spPr>
      </p:sp>
      <p:sp>
        <p:nvSpPr>
          <p:cNvPr id="63" name="Shape 59"/>
          <p:cNvSpPr/>
          <p:nvPr/>
        </p:nvSpPr>
        <p:spPr>
          <a:xfrm>
            <a:off x="6397902" y="5672357"/>
            <a:ext cx="160538" cy="142701"/>
          </a:xfrm>
          <a:custGeom>
            <a:avLst/>
            <a:gdLst/>
            <a:ahLst/>
            <a:cxnLst/>
            <a:rect l="l" t="t" r="r" b="b"/>
            <a:pathLst>
              <a:path w="160538" h="142701">
                <a:moveTo>
                  <a:pt x="133921" y="2871"/>
                </a:moveTo>
                <a:lnTo>
                  <a:pt x="72214" y="44037"/>
                </a:lnTo>
                <a:cubicBezTo>
                  <a:pt x="64104" y="49444"/>
                  <a:pt x="58948" y="58223"/>
                  <a:pt x="58112" y="67811"/>
                </a:cubicBezTo>
                <a:cubicBezTo>
                  <a:pt x="75475" y="71378"/>
                  <a:pt x="89160" y="85063"/>
                  <a:pt x="92756" y="102455"/>
                </a:cubicBezTo>
                <a:cubicBezTo>
                  <a:pt x="102371" y="101619"/>
                  <a:pt x="111123" y="96462"/>
                  <a:pt x="116530" y="88352"/>
                </a:cubicBezTo>
                <a:lnTo>
                  <a:pt x="157668" y="26617"/>
                </a:lnTo>
                <a:cubicBezTo>
                  <a:pt x="159535" y="23802"/>
                  <a:pt x="160538" y="20513"/>
                  <a:pt x="160538" y="17113"/>
                </a:cubicBezTo>
                <a:cubicBezTo>
                  <a:pt x="160538" y="7665"/>
                  <a:pt x="152874" y="0"/>
                  <a:pt x="143425" y="0"/>
                </a:cubicBezTo>
                <a:cubicBezTo>
                  <a:pt x="140053" y="0"/>
                  <a:pt x="136736" y="1003"/>
                  <a:pt x="133921" y="2871"/>
                </a:cubicBezTo>
                <a:close/>
                <a:moveTo>
                  <a:pt x="80269" y="111485"/>
                </a:moveTo>
                <a:cubicBezTo>
                  <a:pt x="80269" y="94233"/>
                  <a:pt x="66306" y="80269"/>
                  <a:pt x="49053" y="80269"/>
                </a:cubicBezTo>
                <a:cubicBezTo>
                  <a:pt x="31801" y="80269"/>
                  <a:pt x="17838" y="94233"/>
                  <a:pt x="17838" y="111485"/>
                </a:cubicBezTo>
                <a:cubicBezTo>
                  <a:pt x="17838" y="112572"/>
                  <a:pt x="17893" y="113659"/>
                  <a:pt x="18005" y="114718"/>
                </a:cubicBezTo>
                <a:cubicBezTo>
                  <a:pt x="18507" y="119596"/>
                  <a:pt x="15162" y="124863"/>
                  <a:pt x="10257" y="124863"/>
                </a:cubicBezTo>
                <a:lnTo>
                  <a:pt x="8919" y="124863"/>
                </a:lnTo>
                <a:cubicBezTo>
                  <a:pt x="3986" y="124863"/>
                  <a:pt x="0" y="128849"/>
                  <a:pt x="0" y="133782"/>
                </a:cubicBezTo>
                <a:cubicBezTo>
                  <a:pt x="0" y="138715"/>
                  <a:pt x="3986" y="142701"/>
                  <a:pt x="8919" y="142701"/>
                </a:cubicBezTo>
                <a:lnTo>
                  <a:pt x="49053" y="142701"/>
                </a:lnTo>
                <a:cubicBezTo>
                  <a:pt x="66306" y="142701"/>
                  <a:pt x="80269" y="128737"/>
                  <a:pt x="80269" y="111485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64" name="Text 60"/>
          <p:cNvSpPr/>
          <p:nvPr/>
        </p:nvSpPr>
        <p:spPr>
          <a:xfrm>
            <a:off x="6638709" y="5654519"/>
            <a:ext cx="945393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Figma (дизайн)</a:t>
            </a:r>
            <a:endParaRPr lang="en-US" sz="1600" dirty="0"/>
          </a:p>
        </p:txBody>
      </p:sp>
      <p:sp>
        <p:nvSpPr>
          <p:cNvPr id="75" name="Shape 46">
            <a:extLst>
              <a:ext uri="{FF2B5EF4-FFF2-40B4-BE49-F238E27FC236}">
                <a16:creationId xmlns:a16="http://schemas.microsoft.com/office/drawing/2014/main" id="{020EBE73-286C-45B3-E8F8-677D8E94E200}"/>
              </a:ext>
            </a:extLst>
          </p:cNvPr>
          <p:cNvSpPr/>
          <p:nvPr/>
        </p:nvSpPr>
        <p:spPr>
          <a:xfrm>
            <a:off x="6320005" y="1344958"/>
            <a:ext cx="570803" cy="570803"/>
          </a:xfrm>
          <a:custGeom>
            <a:avLst/>
            <a:gdLst/>
            <a:ahLst/>
            <a:cxnLst/>
            <a:rect l="l" t="t" r="r" b="b"/>
            <a:pathLst>
              <a:path w="570803" h="570803">
                <a:moveTo>
                  <a:pt x="107026" y="0"/>
                </a:moveTo>
                <a:lnTo>
                  <a:pt x="463778" y="0"/>
                </a:lnTo>
                <a:cubicBezTo>
                  <a:pt x="522886" y="0"/>
                  <a:pt x="570803" y="47917"/>
                  <a:pt x="570803" y="107026"/>
                </a:cubicBezTo>
                <a:lnTo>
                  <a:pt x="570803" y="463778"/>
                </a:lnTo>
                <a:cubicBezTo>
                  <a:pt x="570803" y="522886"/>
                  <a:pt x="522886" y="570803"/>
                  <a:pt x="463778" y="570803"/>
                </a:cubicBezTo>
                <a:lnTo>
                  <a:pt x="107026" y="570803"/>
                </a:lnTo>
                <a:cubicBezTo>
                  <a:pt x="47917" y="570803"/>
                  <a:pt x="0" y="522886"/>
                  <a:pt x="0" y="463778"/>
                </a:cubicBezTo>
                <a:lnTo>
                  <a:pt x="0" y="107026"/>
                </a:lnTo>
                <a:cubicBezTo>
                  <a:pt x="0" y="47957"/>
                  <a:pt x="47957" y="0"/>
                  <a:pt x="107026" y="0"/>
                </a:cubicBezTo>
                <a:close/>
              </a:path>
            </a:pathLst>
          </a:custGeom>
          <a:solidFill>
            <a:srgbClr val="533131"/>
          </a:solidFill>
          <a:ln/>
        </p:spPr>
      </p:sp>
      <p:sp>
        <p:nvSpPr>
          <p:cNvPr id="65" name="Shape 61"/>
          <p:cNvSpPr/>
          <p:nvPr/>
        </p:nvSpPr>
        <p:spPr>
          <a:xfrm>
            <a:off x="9037643" y="5583169"/>
            <a:ext cx="2648884" cy="321077"/>
          </a:xfrm>
          <a:custGeom>
            <a:avLst/>
            <a:gdLst/>
            <a:ahLst/>
            <a:cxnLst/>
            <a:rect l="l" t="t" r="r" b="b"/>
            <a:pathLst>
              <a:path w="2648884" h="321077">
                <a:moveTo>
                  <a:pt x="71350" y="0"/>
                </a:moveTo>
                <a:lnTo>
                  <a:pt x="2577534" y="0"/>
                </a:lnTo>
                <a:cubicBezTo>
                  <a:pt x="2616939" y="0"/>
                  <a:pt x="2648884" y="31944"/>
                  <a:pt x="2648884" y="71350"/>
                </a:cubicBezTo>
                <a:lnTo>
                  <a:pt x="2648884" y="249727"/>
                </a:lnTo>
                <a:cubicBezTo>
                  <a:pt x="2648884" y="289132"/>
                  <a:pt x="2616939" y="321077"/>
                  <a:pt x="2577534" y="321077"/>
                </a:cubicBezTo>
                <a:lnTo>
                  <a:pt x="71350" y="321077"/>
                </a:lnTo>
                <a:cubicBezTo>
                  <a:pt x="31944" y="321077"/>
                  <a:pt x="0" y="289132"/>
                  <a:pt x="0" y="249727"/>
                </a:cubicBezTo>
                <a:lnTo>
                  <a:pt x="0" y="71350"/>
                </a:lnTo>
                <a:cubicBezTo>
                  <a:pt x="0" y="31944"/>
                  <a:pt x="31944" y="0"/>
                  <a:pt x="71350" y="0"/>
                </a:cubicBezTo>
                <a:close/>
              </a:path>
            </a:pathLst>
          </a:custGeom>
          <a:solidFill>
            <a:srgbClr val="1E1E1E">
              <a:alpha val="50196"/>
            </a:srgbClr>
          </a:solidFill>
          <a:ln/>
        </p:spPr>
      </p:sp>
      <p:sp>
        <p:nvSpPr>
          <p:cNvPr id="66" name="Shape 62"/>
          <p:cNvSpPr/>
          <p:nvPr/>
        </p:nvSpPr>
        <p:spPr>
          <a:xfrm>
            <a:off x="9135750" y="5672357"/>
            <a:ext cx="124863" cy="142701"/>
          </a:xfrm>
          <a:custGeom>
            <a:avLst/>
            <a:gdLst/>
            <a:ahLst/>
            <a:cxnLst/>
            <a:rect l="l" t="t" r="r" b="b"/>
            <a:pathLst>
              <a:path w="124863" h="142701">
                <a:moveTo>
                  <a:pt x="122522" y="65804"/>
                </a:moveTo>
                <a:lnTo>
                  <a:pt x="68006" y="11288"/>
                </a:lnTo>
                <a:cubicBezTo>
                  <a:pt x="66501" y="9755"/>
                  <a:pt x="64438" y="8919"/>
                  <a:pt x="62320" y="8919"/>
                </a:cubicBezTo>
                <a:cubicBezTo>
                  <a:pt x="60202" y="8919"/>
                  <a:pt x="58139" y="9755"/>
                  <a:pt x="56634" y="11260"/>
                </a:cubicBezTo>
                <a:lnTo>
                  <a:pt x="45291" y="22576"/>
                </a:lnTo>
                <a:lnTo>
                  <a:pt x="59644" y="36929"/>
                </a:lnTo>
                <a:cubicBezTo>
                  <a:pt x="67198" y="34393"/>
                  <a:pt x="74333" y="41612"/>
                  <a:pt x="71741" y="49109"/>
                </a:cubicBezTo>
                <a:lnTo>
                  <a:pt x="85593" y="62961"/>
                </a:lnTo>
                <a:cubicBezTo>
                  <a:pt x="95125" y="59672"/>
                  <a:pt x="102650" y="71601"/>
                  <a:pt x="95487" y="78764"/>
                </a:cubicBezTo>
                <a:cubicBezTo>
                  <a:pt x="88101" y="86150"/>
                  <a:pt x="75921" y="77956"/>
                  <a:pt x="79879" y="68368"/>
                </a:cubicBezTo>
                <a:lnTo>
                  <a:pt x="66975" y="55464"/>
                </a:lnTo>
                <a:lnTo>
                  <a:pt x="66975" y="89439"/>
                </a:lnTo>
                <a:cubicBezTo>
                  <a:pt x="74026" y="92923"/>
                  <a:pt x="73190" y="101089"/>
                  <a:pt x="69511" y="104768"/>
                </a:cubicBezTo>
                <a:cubicBezTo>
                  <a:pt x="67727" y="106552"/>
                  <a:pt x="65274" y="107583"/>
                  <a:pt x="62738" y="107583"/>
                </a:cubicBezTo>
                <a:cubicBezTo>
                  <a:pt x="60202" y="107583"/>
                  <a:pt x="57777" y="106580"/>
                  <a:pt x="55965" y="104768"/>
                </a:cubicBezTo>
                <a:cubicBezTo>
                  <a:pt x="51060" y="99863"/>
                  <a:pt x="52872" y="91696"/>
                  <a:pt x="59087" y="89160"/>
                </a:cubicBezTo>
                <a:lnTo>
                  <a:pt x="59087" y="54878"/>
                </a:lnTo>
                <a:cubicBezTo>
                  <a:pt x="53290" y="52509"/>
                  <a:pt x="52231" y="46322"/>
                  <a:pt x="53903" y="42336"/>
                </a:cubicBezTo>
                <a:lnTo>
                  <a:pt x="39744" y="28150"/>
                </a:lnTo>
                <a:lnTo>
                  <a:pt x="2369" y="65525"/>
                </a:lnTo>
                <a:cubicBezTo>
                  <a:pt x="836" y="67058"/>
                  <a:pt x="0" y="69093"/>
                  <a:pt x="0" y="71211"/>
                </a:cubicBezTo>
                <a:cubicBezTo>
                  <a:pt x="0" y="73329"/>
                  <a:pt x="836" y="75392"/>
                  <a:pt x="2369" y="76897"/>
                </a:cubicBezTo>
                <a:lnTo>
                  <a:pt x="56885" y="131441"/>
                </a:lnTo>
                <a:cubicBezTo>
                  <a:pt x="58390" y="132946"/>
                  <a:pt x="60425" y="133782"/>
                  <a:pt x="62571" y="133782"/>
                </a:cubicBezTo>
                <a:cubicBezTo>
                  <a:pt x="64717" y="133782"/>
                  <a:pt x="66752" y="132946"/>
                  <a:pt x="68257" y="131441"/>
                </a:cubicBezTo>
                <a:lnTo>
                  <a:pt x="122522" y="77175"/>
                </a:lnTo>
                <a:cubicBezTo>
                  <a:pt x="124027" y="75670"/>
                  <a:pt x="124863" y="73608"/>
                  <a:pt x="124863" y="71490"/>
                </a:cubicBezTo>
                <a:cubicBezTo>
                  <a:pt x="124863" y="69372"/>
                  <a:pt x="124027" y="67309"/>
                  <a:pt x="122522" y="6580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7" name="Text 63"/>
          <p:cNvSpPr/>
          <p:nvPr/>
        </p:nvSpPr>
        <p:spPr>
          <a:xfrm>
            <a:off x="9358721" y="5654519"/>
            <a:ext cx="775936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 + GitHub</a:t>
            </a:r>
            <a:endParaRPr lang="en-US" sz="1600" dirty="0"/>
          </a:p>
        </p:txBody>
      </p:sp>
      <p:sp>
        <p:nvSpPr>
          <p:cNvPr id="68" name="Shape 64"/>
          <p:cNvSpPr/>
          <p:nvPr/>
        </p:nvSpPr>
        <p:spPr>
          <a:xfrm>
            <a:off x="6317633" y="5975596"/>
            <a:ext cx="2648884" cy="321077"/>
          </a:xfrm>
          <a:custGeom>
            <a:avLst/>
            <a:gdLst/>
            <a:ahLst/>
            <a:cxnLst/>
            <a:rect l="l" t="t" r="r" b="b"/>
            <a:pathLst>
              <a:path w="2648884" h="321077">
                <a:moveTo>
                  <a:pt x="71350" y="0"/>
                </a:moveTo>
                <a:lnTo>
                  <a:pt x="2577534" y="0"/>
                </a:lnTo>
                <a:cubicBezTo>
                  <a:pt x="2616939" y="0"/>
                  <a:pt x="2648884" y="31944"/>
                  <a:pt x="2648884" y="71350"/>
                </a:cubicBezTo>
                <a:lnTo>
                  <a:pt x="2648884" y="249727"/>
                </a:lnTo>
                <a:cubicBezTo>
                  <a:pt x="2648884" y="289132"/>
                  <a:pt x="2616939" y="321077"/>
                  <a:pt x="2577534" y="321077"/>
                </a:cubicBezTo>
                <a:lnTo>
                  <a:pt x="71350" y="321077"/>
                </a:lnTo>
                <a:cubicBezTo>
                  <a:pt x="31944" y="321077"/>
                  <a:pt x="0" y="289132"/>
                  <a:pt x="0" y="249727"/>
                </a:cubicBezTo>
                <a:lnTo>
                  <a:pt x="0" y="71350"/>
                </a:lnTo>
                <a:cubicBezTo>
                  <a:pt x="0" y="31944"/>
                  <a:pt x="31944" y="0"/>
                  <a:pt x="71350" y="0"/>
                </a:cubicBezTo>
                <a:close/>
              </a:path>
            </a:pathLst>
          </a:custGeom>
          <a:solidFill>
            <a:srgbClr val="1E1E1E">
              <a:alpha val="50196"/>
            </a:srgbClr>
          </a:solidFill>
          <a:ln/>
        </p:spPr>
      </p:sp>
      <p:sp>
        <p:nvSpPr>
          <p:cNvPr id="69" name="Shape 65"/>
          <p:cNvSpPr/>
          <p:nvPr/>
        </p:nvSpPr>
        <p:spPr>
          <a:xfrm>
            <a:off x="6406821" y="6064784"/>
            <a:ext cx="142701" cy="142701"/>
          </a:xfrm>
          <a:custGeom>
            <a:avLst/>
            <a:gdLst/>
            <a:ahLst/>
            <a:cxnLst/>
            <a:rect l="l" t="t" r="r" b="b"/>
            <a:pathLst>
              <a:path w="142701" h="142701">
                <a:moveTo>
                  <a:pt x="0" y="22297"/>
                </a:moveTo>
                <a:cubicBezTo>
                  <a:pt x="0" y="14911"/>
                  <a:pt x="5992" y="8919"/>
                  <a:pt x="13378" y="8919"/>
                </a:cubicBezTo>
                <a:lnTo>
                  <a:pt x="40135" y="8919"/>
                </a:lnTo>
                <a:cubicBezTo>
                  <a:pt x="47520" y="8919"/>
                  <a:pt x="53513" y="14911"/>
                  <a:pt x="53513" y="22297"/>
                </a:cubicBezTo>
                <a:lnTo>
                  <a:pt x="53513" y="26756"/>
                </a:lnTo>
                <a:lnTo>
                  <a:pt x="89188" y="26756"/>
                </a:lnTo>
                <a:lnTo>
                  <a:pt x="89188" y="22297"/>
                </a:lnTo>
                <a:cubicBezTo>
                  <a:pt x="89188" y="14911"/>
                  <a:pt x="95180" y="8919"/>
                  <a:pt x="102566" y="8919"/>
                </a:cubicBezTo>
                <a:lnTo>
                  <a:pt x="129323" y="8919"/>
                </a:lnTo>
                <a:cubicBezTo>
                  <a:pt x="136708" y="8919"/>
                  <a:pt x="142701" y="14911"/>
                  <a:pt x="142701" y="22297"/>
                </a:cubicBezTo>
                <a:lnTo>
                  <a:pt x="142701" y="49053"/>
                </a:lnTo>
                <a:cubicBezTo>
                  <a:pt x="142701" y="56439"/>
                  <a:pt x="136708" y="62432"/>
                  <a:pt x="129323" y="62432"/>
                </a:cubicBezTo>
                <a:lnTo>
                  <a:pt x="102566" y="62432"/>
                </a:lnTo>
                <a:cubicBezTo>
                  <a:pt x="95180" y="62432"/>
                  <a:pt x="89188" y="56439"/>
                  <a:pt x="89188" y="49053"/>
                </a:cubicBezTo>
                <a:lnTo>
                  <a:pt x="89188" y="44594"/>
                </a:lnTo>
                <a:lnTo>
                  <a:pt x="53513" y="44594"/>
                </a:lnTo>
                <a:lnTo>
                  <a:pt x="53513" y="49053"/>
                </a:lnTo>
                <a:cubicBezTo>
                  <a:pt x="53513" y="51088"/>
                  <a:pt x="53039" y="53039"/>
                  <a:pt x="52231" y="54767"/>
                </a:cubicBezTo>
                <a:lnTo>
                  <a:pt x="71350" y="80269"/>
                </a:lnTo>
                <a:lnTo>
                  <a:pt x="93647" y="80269"/>
                </a:lnTo>
                <a:cubicBezTo>
                  <a:pt x="101033" y="80269"/>
                  <a:pt x="107026" y="86262"/>
                  <a:pt x="107026" y="93647"/>
                </a:cubicBezTo>
                <a:lnTo>
                  <a:pt x="107026" y="120404"/>
                </a:lnTo>
                <a:cubicBezTo>
                  <a:pt x="107026" y="127790"/>
                  <a:pt x="101033" y="133782"/>
                  <a:pt x="93647" y="133782"/>
                </a:cubicBezTo>
                <a:lnTo>
                  <a:pt x="66891" y="133782"/>
                </a:lnTo>
                <a:cubicBezTo>
                  <a:pt x="59505" y="133782"/>
                  <a:pt x="53513" y="127790"/>
                  <a:pt x="53513" y="120404"/>
                </a:cubicBezTo>
                <a:lnTo>
                  <a:pt x="53513" y="93647"/>
                </a:lnTo>
                <a:cubicBezTo>
                  <a:pt x="53513" y="91613"/>
                  <a:pt x="53987" y="89662"/>
                  <a:pt x="54795" y="87934"/>
                </a:cubicBezTo>
                <a:lnTo>
                  <a:pt x="35675" y="62432"/>
                </a:lnTo>
                <a:lnTo>
                  <a:pt x="13378" y="62432"/>
                </a:lnTo>
                <a:cubicBezTo>
                  <a:pt x="5992" y="62432"/>
                  <a:pt x="0" y="56439"/>
                  <a:pt x="0" y="49053"/>
                </a:cubicBezTo>
                <a:lnTo>
                  <a:pt x="0" y="22297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70" name="Text 66"/>
          <p:cNvSpPr/>
          <p:nvPr/>
        </p:nvSpPr>
        <p:spPr>
          <a:xfrm>
            <a:off x="6638709" y="6046947"/>
            <a:ext cx="865124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Miro (Kanban)</a:t>
            </a:r>
            <a:endParaRPr lang="en-US" sz="1600" dirty="0"/>
          </a:p>
        </p:txBody>
      </p:sp>
      <p:sp>
        <p:nvSpPr>
          <p:cNvPr id="71" name="Shape 67"/>
          <p:cNvSpPr/>
          <p:nvPr/>
        </p:nvSpPr>
        <p:spPr>
          <a:xfrm>
            <a:off x="9037643" y="5975596"/>
            <a:ext cx="2648884" cy="321077"/>
          </a:xfrm>
          <a:custGeom>
            <a:avLst/>
            <a:gdLst/>
            <a:ahLst/>
            <a:cxnLst/>
            <a:rect l="l" t="t" r="r" b="b"/>
            <a:pathLst>
              <a:path w="2648884" h="321077">
                <a:moveTo>
                  <a:pt x="71350" y="0"/>
                </a:moveTo>
                <a:lnTo>
                  <a:pt x="2577534" y="0"/>
                </a:lnTo>
                <a:cubicBezTo>
                  <a:pt x="2616939" y="0"/>
                  <a:pt x="2648884" y="31944"/>
                  <a:pt x="2648884" y="71350"/>
                </a:cubicBezTo>
                <a:lnTo>
                  <a:pt x="2648884" y="249727"/>
                </a:lnTo>
                <a:cubicBezTo>
                  <a:pt x="2648884" y="289132"/>
                  <a:pt x="2616939" y="321077"/>
                  <a:pt x="2577534" y="321077"/>
                </a:cubicBezTo>
                <a:lnTo>
                  <a:pt x="71350" y="321077"/>
                </a:lnTo>
                <a:cubicBezTo>
                  <a:pt x="31944" y="321077"/>
                  <a:pt x="0" y="289132"/>
                  <a:pt x="0" y="249727"/>
                </a:cubicBezTo>
                <a:lnTo>
                  <a:pt x="0" y="71350"/>
                </a:lnTo>
                <a:cubicBezTo>
                  <a:pt x="0" y="31944"/>
                  <a:pt x="31944" y="0"/>
                  <a:pt x="71350" y="0"/>
                </a:cubicBezTo>
                <a:close/>
              </a:path>
            </a:pathLst>
          </a:custGeom>
          <a:solidFill>
            <a:srgbClr val="1E1E1E">
              <a:alpha val="50196"/>
            </a:srgbClr>
          </a:solidFill>
          <a:ln/>
        </p:spPr>
      </p:sp>
      <p:sp>
        <p:nvSpPr>
          <p:cNvPr id="72" name="Shape 68"/>
          <p:cNvSpPr/>
          <p:nvPr/>
        </p:nvSpPr>
        <p:spPr>
          <a:xfrm>
            <a:off x="9117913" y="6064784"/>
            <a:ext cx="160538" cy="142701"/>
          </a:xfrm>
          <a:custGeom>
            <a:avLst/>
            <a:gdLst/>
            <a:ahLst/>
            <a:cxnLst/>
            <a:rect l="l" t="t" r="r" b="b"/>
            <a:pathLst>
              <a:path w="160538" h="142701">
                <a:moveTo>
                  <a:pt x="100559" y="334"/>
                </a:moveTo>
                <a:cubicBezTo>
                  <a:pt x="95821" y="-1031"/>
                  <a:pt x="90888" y="1728"/>
                  <a:pt x="89522" y="6466"/>
                </a:cubicBezTo>
                <a:lnTo>
                  <a:pt x="53847" y="131329"/>
                </a:lnTo>
                <a:cubicBezTo>
                  <a:pt x="52482" y="136067"/>
                  <a:pt x="55241" y="141001"/>
                  <a:pt x="59979" y="142366"/>
                </a:cubicBezTo>
                <a:cubicBezTo>
                  <a:pt x="64717" y="143732"/>
                  <a:pt x="69650" y="140973"/>
                  <a:pt x="71016" y="136235"/>
                </a:cubicBezTo>
                <a:lnTo>
                  <a:pt x="106691" y="11371"/>
                </a:lnTo>
                <a:cubicBezTo>
                  <a:pt x="108057" y="6633"/>
                  <a:pt x="105298" y="1700"/>
                  <a:pt x="100559" y="334"/>
                </a:cubicBezTo>
                <a:close/>
                <a:moveTo>
                  <a:pt x="118564" y="38267"/>
                </a:moveTo>
                <a:cubicBezTo>
                  <a:pt x="115080" y="41751"/>
                  <a:pt x="115080" y="47409"/>
                  <a:pt x="118564" y="50893"/>
                </a:cubicBezTo>
                <a:lnTo>
                  <a:pt x="139022" y="71350"/>
                </a:lnTo>
                <a:lnTo>
                  <a:pt x="118564" y="91808"/>
                </a:lnTo>
                <a:cubicBezTo>
                  <a:pt x="115080" y="95292"/>
                  <a:pt x="115080" y="100950"/>
                  <a:pt x="118564" y="104434"/>
                </a:cubicBezTo>
                <a:cubicBezTo>
                  <a:pt x="122048" y="107917"/>
                  <a:pt x="127706" y="107917"/>
                  <a:pt x="131190" y="104434"/>
                </a:cubicBezTo>
                <a:lnTo>
                  <a:pt x="157946" y="77677"/>
                </a:lnTo>
                <a:cubicBezTo>
                  <a:pt x="161430" y="74193"/>
                  <a:pt x="161430" y="68535"/>
                  <a:pt x="157946" y="65051"/>
                </a:cubicBezTo>
                <a:lnTo>
                  <a:pt x="131190" y="38295"/>
                </a:lnTo>
                <a:cubicBezTo>
                  <a:pt x="127706" y="34811"/>
                  <a:pt x="122048" y="34811"/>
                  <a:pt x="118564" y="38295"/>
                </a:cubicBezTo>
                <a:close/>
                <a:moveTo>
                  <a:pt x="42002" y="38267"/>
                </a:moveTo>
                <a:cubicBezTo>
                  <a:pt x="38518" y="34783"/>
                  <a:pt x="32860" y="34783"/>
                  <a:pt x="29376" y="38267"/>
                </a:cubicBezTo>
                <a:lnTo>
                  <a:pt x="2620" y="65024"/>
                </a:lnTo>
                <a:cubicBezTo>
                  <a:pt x="-864" y="68508"/>
                  <a:pt x="-864" y="74165"/>
                  <a:pt x="2620" y="77649"/>
                </a:cubicBezTo>
                <a:lnTo>
                  <a:pt x="29376" y="104406"/>
                </a:lnTo>
                <a:cubicBezTo>
                  <a:pt x="32860" y="107890"/>
                  <a:pt x="38518" y="107890"/>
                  <a:pt x="42002" y="104406"/>
                </a:cubicBezTo>
                <a:cubicBezTo>
                  <a:pt x="45486" y="100922"/>
                  <a:pt x="45486" y="95264"/>
                  <a:pt x="42002" y="91780"/>
                </a:cubicBezTo>
                <a:lnTo>
                  <a:pt x="21544" y="71350"/>
                </a:lnTo>
                <a:lnTo>
                  <a:pt x="41974" y="50893"/>
                </a:lnTo>
                <a:cubicBezTo>
                  <a:pt x="45458" y="47409"/>
                  <a:pt x="45458" y="41751"/>
                  <a:pt x="41974" y="38267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73" name="Text 69"/>
          <p:cNvSpPr/>
          <p:nvPr/>
        </p:nvSpPr>
        <p:spPr>
          <a:xfrm>
            <a:off x="9358721" y="6046947"/>
            <a:ext cx="740260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IntelliJ IDEA</a:t>
            </a:r>
            <a:endParaRPr lang="en-US" sz="1600" dirty="0"/>
          </a:p>
        </p:txBody>
      </p:sp>
      <p:sp>
        <p:nvSpPr>
          <p:cNvPr id="74" name="Shape 59">
            <a:extLst>
              <a:ext uri="{FF2B5EF4-FFF2-40B4-BE49-F238E27FC236}">
                <a16:creationId xmlns:a16="http://schemas.microsoft.com/office/drawing/2014/main" id="{E903C777-BC1C-F221-6904-3FA826CCF49F}"/>
              </a:ext>
            </a:extLst>
          </p:cNvPr>
          <p:cNvSpPr/>
          <p:nvPr/>
        </p:nvSpPr>
        <p:spPr>
          <a:xfrm>
            <a:off x="6465378" y="1462509"/>
            <a:ext cx="293735" cy="335699"/>
          </a:xfrm>
          <a:custGeom>
            <a:avLst/>
            <a:gdLst/>
            <a:ahLst/>
            <a:cxnLst/>
            <a:rect l="l" t="t" r="r" b="b"/>
            <a:pathLst>
              <a:path w="165267" h="188877">
                <a:moveTo>
                  <a:pt x="165267" y="75920"/>
                </a:moveTo>
                <a:cubicBezTo>
                  <a:pt x="159808" y="79535"/>
                  <a:pt x="153536" y="82449"/>
                  <a:pt x="147007" y="84773"/>
                </a:cubicBezTo>
                <a:cubicBezTo>
                  <a:pt x="129668" y="90971"/>
                  <a:pt x="106907" y="94438"/>
                  <a:pt x="82634" y="94438"/>
                </a:cubicBezTo>
                <a:cubicBezTo>
                  <a:pt x="58360" y="94438"/>
                  <a:pt x="35562" y="90934"/>
                  <a:pt x="18261" y="84773"/>
                </a:cubicBezTo>
                <a:cubicBezTo>
                  <a:pt x="11768" y="82449"/>
                  <a:pt x="5460" y="79535"/>
                  <a:pt x="0" y="75920"/>
                </a:cubicBezTo>
                <a:lnTo>
                  <a:pt x="0" y="106243"/>
                </a:lnTo>
                <a:cubicBezTo>
                  <a:pt x="0" y="122549"/>
                  <a:pt x="37001" y="135755"/>
                  <a:pt x="82634" y="135755"/>
                </a:cubicBezTo>
                <a:cubicBezTo>
                  <a:pt x="128267" y="135755"/>
                  <a:pt x="165267" y="122549"/>
                  <a:pt x="165267" y="106243"/>
                </a:cubicBezTo>
                <a:lnTo>
                  <a:pt x="165267" y="75920"/>
                </a:lnTo>
                <a:close/>
                <a:moveTo>
                  <a:pt x="165267" y="47219"/>
                </a:moveTo>
                <a:lnTo>
                  <a:pt x="165267" y="29512"/>
                </a:lnTo>
                <a:cubicBezTo>
                  <a:pt x="165267" y="13207"/>
                  <a:pt x="128267" y="0"/>
                  <a:pt x="82634" y="0"/>
                </a:cubicBezTo>
                <a:cubicBezTo>
                  <a:pt x="37001" y="0"/>
                  <a:pt x="0" y="13207"/>
                  <a:pt x="0" y="29512"/>
                </a:cubicBezTo>
                <a:lnTo>
                  <a:pt x="0" y="47219"/>
                </a:lnTo>
                <a:cubicBezTo>
                  <a:pt x="0" y="63525"/>
                  <a:pt x="37001" y="76731"/>
                  <a:pt x="82634" y="76731"/>
                </a:cubicBezTo>
                <a:cubicBezTo>
                  <a:pt x="128267" y="76731"/>
                  <a:pt x="165267" y="63525"/>
                  <a:pt x="165267" y="47219"/>
                </a:cubicBezTo>
                <a:close/>
                <a:moveTo>
                  <a:pt x="147007" y="143797"/>
                </a:moveTo>
                <a:cubicBezTo>
                  <a:pt x="129705" y="149958"/>
                  <a:pt x="106944" y="153462"/>
                  <a:pt x="82634" y="153462"/>
                </a:cubicBezTo>
                <a:cubicBezTo>
                  <a:pt x="58323" y="153462"/>
                  <a:pt x="35562" y="149958"/>
                  <a:pt x="18261" y="143797"/>
                </a:cubicBezTo>
                <a:cubicBezTo>
                  <a:pt x="11768" y="141473"/>
                  <a:pt x="5460" y="138559"/>
                  <a:pt x="0" y="134944"/>
                </a:cubicBezTo>
                <a:lnTo>
                  <a:pt x="0" y="159365"/>
                </a:lnTo>
                <a:cubicBezTo>
                  <a:pt x="0" y="175670"/>
                  <a:pt x="37001" y="188877"/>
                  <a:pt x="82634" y="188877"/>
                </a:cubicBezTo>
                <a:cubicBezTo>
                  <a:pt x="128267" y="188877"/>
                  <a:pt x="165267" y="175670"/>
                  <a:pt x="165267" y="159365"/>
                </a:cubicBezTo>
                <a:lnTo>
                  <a:pt x="165267" y="134944"/>
                </a:lnTo>
                <a:cubicBezTo>
                  <a:pt x="159808" y="138559"/>
                  <a:pt x="153536" y="141473"/>
                  <a:pt x="147007" y="143797"/>
                </a:cubicBezTo>
                <a:close/>
              </a:path>
            </a:pathLst>
          </a:custGeom>
          <a:solidFill>
            <a:srgbClr val="EF4444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18343" y="1916239"/>
            <a:ext cx="5705475" cy="4624261"/>
          </a:xfrm>
          <a:custGeom>
            <a:avLst/>
            <a:gdLst/>
            <a:ahLst/>
            <a:cxnLst/>
            <a:rect l="l" t="t" r="r" b="b"/>
            <a:pathLst>
              <a:path w="5705475" h="3022600">
                <a:moveTo>
                  <a:pt x="95242" y="0"/>
                </a:moveTo>
                <a:lnTo>
                  <a:pt x="5610233" y="0"/>
                </a:lnTo>
                <a:cubicBezTo>
                  <a:pt x="5662834" y="0"/>
                  <a:pt x="5705475" y="42641"/>
                  <a:pt x="5705475" y="95242"/>
                </a:cubicBezTo>
                <a:lnTo>
                  <a:pt x="5705475" y="2927358"/>
                </a:lnTo>
                <a:cubicBezTo>
                  <a:pt x="5705475" y="2979959"/>
                  <a:pt x="5662834" y="3022600"/>
                  <a:pt x="5610233" y="3022600"/>
                </a:cubicBezTo>
                <a:lnTo>
                  <a:pt x="95242" y="3022600"/>
                </a:lnTo>
                <a:cubicBezTo>
                  <a:pt x="42641" y="3022600"/>
                  <a:pt x="0" y="2979959"/>
                  <a:pt x="0" y="2927358"/>
                </a:cubicBezTo>
                <a:lnTo>
                  <a:pt x="0" y="95242"/>
                </a:lnTo>
                <a:cubicBezTo>
                  <a:pt x="0" y="42677"/>
                  <a:pt x="42677" y="0"/>
                  <a:pt x="95242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518" y="204641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3768" y="214166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456" y="142949"/>
                </a:moveTo>
                <a:cubicBezTo>
                  <a:pt x="140233" y="128662"/>
                  <a:pt x="124792" y="119063"/>
                  <a:pt x="107156" y="119063"/>
                </a:cubicBezTo>
                <a:lnTo>
                  <a:pt x="83344" y="119063"/>
                </a:lnTo>
                <a:cubicBezTo>
                  <a:pt x="65708" y="119063"/>
                  <a:pt x="50267" y="128662"/>
                  <a:pt x="42044" y="142949"/>
                </a:cubicBezTo>
                <a:cubicBezTo>
                  <a:pt x="55141" y="157535"/>
                  <a:pt x="74116" y="166688"/>
                  <a:pt x="95250" y="166688"/>
                </a:cubicBezTo>
                <a:cubicBezTo>
                  <a:pt x="116384" y="166688"/>
                  <a:pt x="135359" y="157497"/>
                  <a:pt x="148456" y="142949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01203"/>
                </a:moveTo>
                <a:cubicBezTo>
                  <a:pt x="110035" y="101203"/>
                  <a:pt x="122039" y="89199"/>
                  <a:pt x="122039" y="74414"/>
                </a:cubicBezTo>
                <a:cubicBezTo>
                  <a:pt x="122039" y="59629"/>
                  <a:pt x="110035" y="47625"/>
                  <a:pt x="95250" y="47625"/>
                </a:cubicBezTo>
                <a:cubicBezTo>
                  <a:pt x="80465" y="47625"/>
                  <a:pt x="68461" y="59629"/>
                  <a:pt x="68461" y="74414"/>
                </a:cubicBezTo>
                <a:cubicBezTo>
                  <a:pt x="68461" y="89199"/>
                  <a:pt x="80465" y="101203"/>
                  <a:pt x="95250" y="101203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8" name="Text 6"/>
          <p:cNvSpPr/>
          <p:nvPr/>
        </p:nvSpPr>
        <p:spPr>
          <a:xfrm>
            <a:off x="924768" y="2125791"/>
            <a:ext cx="2944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Диаграмма вариантов использования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69025" y="3924070"/>
            <a:ext cx="5705475" cy="2620044"/>
          </a:xfrm>
          <a:custGeom>
            <a:avLst/>
            <a:gdLst/>
            <a:ahLst/>
            <a:cxnLst/>
            <a:rect l="l" t="t" r="r" b="b"/>
            <a:pathLst>
              <a:path w="5705475" h="2967037">
                <a:moveTo>
                  <a:pt x="95242" y="0"/>
                </a:moveTo>
                <a:lnTo>
                  <a:pt x="5610233" y="0"/>
                </a:lnTo>
                <a:cubicBezTo>
                  <a:pt x="5662834" y="0"/>
                  <a:pt x="5705475" y="42641"/>
                  <a:pt x="5705475" y="95242"/>
                </a:cubicBezTo>
                <a:lnTo>
                  <a:pt x="5705475" y="2871796"/>
                </a:lnTo>
                <a:cubicBezTo>
                  <a:pt x="5705475" y="2924396"/>
                  <a:pt x="5662834" y="2967037"/>
                  <a:pt x="5610233" y="2967037"/>
                </a:cubicBezTo>
                <a:lnTo>
                  <a:pt x="95242" y="2967037"/>
                </a:lnTo>
                <a:cubicBezTo>
                  <a:pt x="42641" y="2967037"/>
                  <a:pt x="0" y="2924396"/>
                  <a:pt x="0" y="2871796"/>
                </a:cubicBezTo>
                <a:lnTo>
                  <a:pt x="0" y="95242"/>
                </a:lnTo>
                <a:cubicBezTo>
                  <a:pt x="0" y="42676"/>
                  <a:pt x="42676" y="0"/>
                  <a:pt x="95242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01" name="Text 60">
            <a:extLst>
              <a:ext uri="{FF2B5EF4-FFF2-40B4-BE49-F238E27FC236}">
                <a16:creationId xmlns:a16="http://schemas.microsoft.com/office/drawing/2014/main" id="{FB5C778B-E705-B72F-F6A4-56FC73E6EF90}"/>
              </a:ext>
            </a:extLst>
          </p:cNvPr>
          <p:cNvSpPr/>
          <p:nvPr/>
        </p:nvSpPr>
        <p:spPr>
          <a:xfrm>
            <a:off x="6775450" y="4133617"/>
            <a:ext cx="2325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BPMN: Добавление операции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69025" y="603250"/>
            <a:ext cx="5705475" cy="3189750"/>
          </a:xfrm>
          <a:custGeom>
            <a:avLst/>
            <a:gdLst/>
            <a:ahLst/>
            <a:cxnLst/>
            <a:rect l="l" t="t" r="r" b="b"/>
            <a:pathLst>
              <a:path w="5705475" h="6118225">
                <a:moveTo>
                  <a:pt x="95224" y="0"/>
                </a:moveTo>
                <a:lnTo>
                  <a:pt x="5610251" y="0"/>
                </a:lnTo>
                <a:cubicBezTo>
                  <a:pt x="5662842" y="0"/>
                  <a:pt x="5705475" y="42633"/>
                  <a:pt x="5705475" y="95224"/>
                </a:cubicBezTo>
                <a:lnTo>
                  <a:pt x="5705475" y="6023001"/>
                </a:lnTo>
                <a:cubicBezTo>
                  <a:pt x="5705475" y="6075592"/>
                  <a:pt x="5662842" y="6118225"/>
                  <a:pt x="5610251" y="6118225"/>
                </a:cubicBezTo>
                <a:lnTo>
                  <a:pt x="95224" y="6118225"/>
                </a:lnTo>
                <a:cubicBezTo>
                  <a:pt x="42633" y="6118225"/>
                  <a:pt x="0" y="6075592"/>
                  <a:pt x="0" y="6023001"/>
                </a:cubicBezTo>
                <a:lnTo>
                  <a:pt x="0" y="95224"/>
                </a:lnTo>
                <a:cubicBezTo>
                  <a:pt x="0" y="42669"/>
                  <a:pt x="42669" y="0"/>
                  <a:pt x="95224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99" name="Shape 58">
            <a:extLst>
              <a:ext uri="{FF2B5EF4-FFF2-40B4-BE49-F238E27FC236}">
                <a16:creationId xmlns:a16="http://schemas.microsoft.com/office/drawing/2014/main" id="{FC27B198-A9DD-47E8-046B-E2D829CBE3F0}"/>
              </a:ext>
            </a:extLst>
          </p:cNvPr>
          <p:cNvSpPr/>
          <p:nvPr/>
        </p:nvSpPr>
        <p:spPr>
          <a:xfrm>
            <a:off x="6299200" y="405424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100" name="Shape 59">
            <a:extLst>
              <a:ext uri="{FF2B5EF4-FFF2-40B4-BE49-F238E27FC236}">
                <a16:creationId xmlns:a16="http://schemas.microsoft.com/office/drawing/2014/main" id="{326BA46D-41B3-EB26-EC1D-61F907A628A1}"/>
              </a:ext>
            </a:extLst>
          </p:cNvPr>
          <p:cNvSpPr/>
          <p:nvPr/>
        </p:nvSpPr>
        <p:spPr>
          <a:xfrm>
            <a:off x="6394450" y="414949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102" name="Shape 37">
            <a:extLst>
              <a:ext uri="{FF2B5EF4-FFF2-40B4-BE49-F238E27FC236}">
                <a16:creationId xmlns:a16="http://schemas.microsoft.com/office/drawing/2014/main" id="{EA80DECA-1C61-82E8-7DA4-FC1EACDEFD85}"/>
              </a:ext>
            </a:extLst>
          </p:cNvPr>
          <p:cNvSpPr/>
          <p:nvPr/>
        </p:nvSpPr>
        <p:spPr>
          <a:xfrm>
            <a:off x="6299200" y="7334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03" name="Shape 38">
            <a:extLst>
              <a:ext uri="{FF2B5EF4-FFF2-40B4-BE49-F238E27FC236}">
                <a16:creationId xmlns:a16="http://schemas.microsoft.com/office/drawing/2014/main" id="{7017570B-990E-F9CB-8E8D-9D9E80DED48C}"/>
              </a:ext>
            </a:extLst>
          </p:cNvPr>
          <p:cNvSpPr/>
          <p:nvPr/>
        </p:nvSpPr>
        <p:spPr>
          <a:xfrm>
            <a:off x="6394450" y="82867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04" name="Text 39">
            <a:extLst>
              <a:ext uri="{FF2B5EF4-FFF2-40B4-BE49-F238E27FC236}">
                <a16:creationId xmlns:a16="http://schemas.microsoft.com/office/drawing/2014/main" id="{52602AC0-4297-1D99-07D0-E2E014549873}"/>
              </a:ext>
            </a:extLst>
          </p:cNvPr>
          <p:cNvSpPr/>
          <p:nvPr/>
        </p:nvSpPr>
        <p:spPr>
          <a:xfrm>
            <a:off x="6775450" y="812801"/>
            <a:ext cx="1301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Диаграмма DFD</a:t>
            </a:r>
            <a:endParaRPr lang="en-US" sz="1600" dirty="0"/>
          </a:p>
        </p:txBody>
      </p:sp>
      <p:pic>
        <p:nvPicPr>
          <p:cNvPr id="105" name="Рисунок 104">
            <a:extLst>
              <a:ext uri="{FF2B5EF4-FFF2-40B4-BE49-F238E27FC236}">
                <a16:creationId xmlns:a16="http://schemas.microsoft.com/office/drawing/2014/main" id="{0D0A7B36-3AF0-0E9E-82A9-4FB484BB1E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96" y="2516172"/>
            <a:ext cx="5290564" cy="3843979"/>
          </a:xfrm>
          <a:prstGeom prst="roundRect">
            <a:avLst>
              <a:gd name="adj" fmla="val 6750"/>
            </a:avLst>
          </a:prstGeom>
          <a:noFill/>
          <a:ln>
            <a:noFill/>
          </a:ln>
        </p:spPr>
      </p:pic>
      <p:pic>
        <p:nvPicPr>
          <p:cNvPr id="106" name="Рисунок 105">
            <a:extLst>
              <a:ext uri="{FF2B5EF4-FFF2-40B4-BE49-F238E27FC236}">
                <a16:creationId xmlns:a16="http://schemas.microsoft.com/office/drawing/2014/main" id="{C4E607EE-3BDD-93BA-6582-F296A96D7B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788" y="4574489"/>
            <a:ext cx="4603948" cy="1760073"/>
          </a:xfrm>
          <a:prstGeom prst="roundRect">
            <a:avLst>
              <a:gd name="adj" fmla="val 6470"/>
            </a:avLst>
          </a:prstGeom>
          <a:noFill/>
          <a:ln>
            <a:noFill/>
          </a:ln>
        </p:spPr>
      </p:pic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AD89D6D4-354C-774B-A8BE-BD4316176EF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8" t="15135" r="13292" b="30826"/>
          <a:stretch>
            <a:fillRect/>
          </a:stretch>
        </p:blipFill>
        <p:spPr bwMode="auto">
          <a:xfrm>
            <a:off x="6384847" y="1245374"/>
            <a:ext cx="5176411" cy="2361507"/>
          </a:xfrm>
          <a:prstGeom prst="roundRect">
            <a:avLst>
              <a:gd name="adj" fmla="val 2509"/>
            </a:avLst>
          </a:prstGeom>
          <a:noFill/>
          <a:ln>
            <a:noFill/>
          </a:ln>
        </p:spPr>
      </p:pic>
      <p:sp>
        <p:nvSpPr>
          <p:cNvPr id="108" name="Shape 0">
            <a:extLst>
              <a:ext uri="{FF2B5EF4-FFF2-40B4-BE49-F238E27FC236}">
                <a16:creationId xmlns:a16="http://schemas.microsoft.com/office/drawing/2014/main" id="{C81021CD-FD2F-C91D-A1F0-36EA7868A73D}"/>
              </a:ext>
            </a:extLst>
          </p:cNvPr>
          <p:cNvSpPr/>
          <p:nvPr/>
        </p:nvSpPr>
        <p:spPr>
          <a:xfrm>
            <a:off x="356752" y="392427"/>
            <a:ext cx="35675" cy="285402"/>
          </a:xfrm>
          <a:custGeom>
            <a:avLst/>
            <a:gdLst/>
            <a:ahLst/>
            <a:cxnLst/>
            <a:rect l="l" t="t" r="r" b="b"/>
            <a:pathLst>
              <a:path w="35675" h="285402">
                <a:moveTo>
                  <a:pt x="17838" y="0"/>
                </a:moveTo>
                <a:lnTo>
                  <a:pt x="17838" y="0"/>
                </a:lnTo>
                <a:cubicBezTo>
                  <a:pt x="27682" y="0"/>
                  <a:pt x="35675" y="7993"/>
                  <a:pt x="35675" y="17838"/>
                </a:cubicBezTo>
                <a:lnTo>
                  <a:pt x="35675" y="267564"/>
                </a:lnTo>
                <a:cubicBezTo>
                  <a:pt x="35675" y="277415"/>
                  <a:pt x="27689" y="285402"/>
                  <a:pt x="17838" y="285402"/>
                </a:cubicBezTo>
                <a:lnTo>
                  <a:pt x="17838" y="285402"/>
                </a:lnTo>
                <a:cubicBezTo>
                  <a:pt x="7986" y="285402"/>
                  <a:pt x="0" y="277415"/>
                  <a:pt x="0" y="267564"/>
                </a:cubicBezTo>
                <a:lnTo>
                  <a:pt x="0" y="17838"/>
                </a:lnTo>
                <a:cubicBezTo>
                  <a:pt x="0" y="7993"/>
                  <a:pt x="7993" y="0"/>
                  <a:pt x="17838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109" name="Text 1">
            <a:extLst>
              <a:ext uri="{FF2B5EF4-FFF2-40B4-BE49-F238E27FC236}">
                <a16:creationId xmlns:a16="http://schemas.microsoft.com/office/drawing/2014/main" id="{8DAABAC3-826A-C1CD-D8D5-7BB3424982C5}"/>
              </a:ext>
            </a:extLst>
          </p:cNvPr>
          <p:cNvSpPr/>
          <p:nvPr/>
        </p:nvSpPr>
        <p:spPr>
          <a:xfrm>
            <a:off x="488750" y="392427"/>
            <a:ext cx="3459963" cy="356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ru-RU" sz="2528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Диаграммы процессов</a:t>
            </a:r>
            <a:endParaRPr lang="en-US" sz="1600" dirty="0"/>
          </a:p>
        </p:txBody>
      </p:sp>
      <p:sp>
        <p:nvSpPr>
          <p:cNvPr id="110" name="Text 2">
            <a:extLst>
              <a:ext uri="{FF2B5EF4-FFF2-40B4-BE49-F238E27FC236}">
                <a16:creationId xmlns:a16="http://schemas.microsoft.com/office/drawing/2014/main" id="{5C49AD9D-8463-4C38-6E75-AA33D160E9E4}"/>
              </a:ext>
            </a:extLst>
          </p:cNvPr>
          <p:cNvSpPr/>
          <p:nvPr/>
        </p:nvSpPr>
        <p:spPr>
          <a:xfrm>
            <a:off x="499453" y="784854"/>
            <a:ext cx="11416064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Case, DFD и BPMN </a:t>
            </a:r>
            <a:r>
              <a:rPr lang="en-US" sz="1400" dirty="0" err="1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диаграммы</a:t>
            </a:r>
            <a:r>
              <a:rPr lang="en-US" sz="140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проекта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49250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15875" y="0"/>
                </a:moveTo>
                <a:lnTo>
                  <a:pt x="15875" y="0"/>
                </a:lnTo>
                <a:cubicBezTo>
                  <a:pt x="24637" y="0"/>
                  <a:pt x="31750" y="7113"/>
                  <a:pt x="31750" y="15875"/>
                </a:cubicBezTo>
                <a:lnTo>
                  <a:pt x="31750" y="238125"/>
                </a:lnTo>
                <a:cubicBezTo>
                  <a:pt x="31750" y="246887"/>
                  <a:pt x="24637" y="254000"/>
                  <a:pt x="15875" y="254000"/>
                </a:cubicBezTo>
                <a:lnTo>
                  <a:pt x="15875" y="254000"/>
                </a:lnTo>
                <a:cubicBezTo>
                  <a:pt x="7113" y="254000"/>
                  <a:pt x="0" y="246887"/>
                  <a:pt x="0" y="23812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32146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Описание функционала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698500"/>
            <a:ext cx="1150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Основные возможности приложения Finlytics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050925"/>
            <a:ext cx="3760787" cy="3324225"/>
          </a:xfrm>
          <a:custGeom>
            <a:avLst/>
            <a:gdLst/>
            <a:ahLst/>
            <a:cxnLst/>
            <a:rect l="l" t="t" r="r" b="b"/>
            <a:pathLst>
              <a:path w="3760787" h="3324225">
                <a:moveTo>
                  <a:pt x="95239" y="0"/>
                </a:moveTo>
                <a:lnTo>
                  <a:pt x="3665548" y="0"/>
                </a:lnTo>
                <a:cubicBezTo>
                  <a:pt x="3718148" y="0"/>
                  <a:pt x="3760787" y="42640"/>
                  <a:pt x="3760787" y="95239"/>
                </a:cubicBezTo>
                <a:lnTo>
                  <a:pt x="3760787" y="3228986"/>
                </a:lnTo>
                <a:cubicBezTo>
                  <a:pt x="3760787" y="3281585"/>
                  <a:pt x="3718148" y="3324225"/>
                  <a:pt x="3665548" y="3324225"/>
                </a:cubicBezTo>
                <a:lnTo>
                  <a:pt x="95239" y="3324225"/>
                </a:lnTo>
                <a:cubicBezTo>
                  <a:pt x="42640" y="3324225"/>
                  <a:pt x="0" y="3281585"/>
                  <a:pt x="0" y="3228986"/>
                </a:cubicBezTo>
                <a:lnTo>
                  <a:pt x="0" y="95239"/>
                </a:lnTo>
                <a:cubicBezTo>
                  <a:pt x="0" y="42640"/>
                  <a:pt x="42640" y="0"/>
                  <a:pt x="95239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0850" y="11811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6100" y="12763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8" name="Text 6"/>
          <p:cNvSpPr/>
          <p:nvPr/>
        </p:nvSpPr>
        <p:spPr>
          <a:xfrm>
            <a:off x="927100" y="1260477"/>
            <a:ext cx="1952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Управление операциями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4025" y="1660527"/>
            <a:ext cx="3490912" cy="736600"/>
          </a:xfrm>
          <a:custGeom>
            <a:avLst/>
            <a:gdLst/>
            <a:ahLst/>
            <a:cxnLst/>
            <a:rect l="l" t="t" r="r" b="b"/>
            <a:pathLst>
              <a:path w="3490912" h="736600">
                <a:moveTo>
                  <a:pt x="63502" y="0"/>
                </a:moveTo>
                <a:lnTo>
                  <a:pt x="3427410" y="0"/>
                </a:lnTo>
                <a:cubicBezTo>
                  <a:pt x="3462458" y="0"/>
                  <a:pt x="3490912" y="28454"/>
                  <a:pt x="3490912" y="63502"/>
                </a:cubicBezTo>
                <a:lnTo>
                  <a:pt x="3490912" y="673098"/>
                </a:lnTo>
                <a:cubicBezTo>
                  <a:pt x="3490912" y="708146"/>
                  <a:pt x="3462458" y="736600"/>
                  <a:pt x="3427410" y="736600"/>
                </a:cubicBezTo>
                <a:lnTo>
                  <a:pt x="63502" y="736600"/>
                </a:lnTo>
                <a:cubicBezTo>
                  <a:pt x="28454" y="736600"/>
                  <a:pt x="0" y="708146"/>
                  <a:pt x="0" y="6730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325" y="179070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7547" y="85328"/>
                </a:moveTo>
                <a:lnTo>
                  <a:pt x="57547" y="69453"/>
                </a:lnTo>
                <a:lnTo>
                  <a:pt x="41672" y="69453"/>
                </a:lnTo>
                <a:cubicBezTo>
                  <a:pt x="38373" y="69453"/>
                  <a:pt x="35719" y="66799"/>
                  <a:pt x="35719" y="63500"/>
                </a:cubicBezTo>
                <a:cubicBezTo>
                  <a:pt x="35719" y="60201"/>
                  <a:pt x="38373" y="57547"/>
                  <a:pt x="41672" y="57547"/>
                </a:cubicBezTo>
                <a:lnTo>
                  <a:pt x="57547" y="57547"/>
                </a:lnTo>
                <a:lnTo>
                  <a:pt x="57547" y="41672"/>
                </a:lnTo>
                <a:cubicBezTo>
                  <a:pt x="57547" y="38373"/>
                  <a:pt x="60201" y="35719"/>
                  <a:pt x="63500" y="35719"/>
                </a:cubicBezTo>
                <a:cubicBezTo>
                  <a:pt x="66799" y="35719"/>
                  <a:pt x="69453" y="38373"/>
                  <a:pt x="69453" y="41672"/>
                </a:cubicBezTo>
                <a:lnTo>
                  <a:pt x="69453" y="57547"/>
                </a:lnTo>
                <a:lnTo>
                  <a:pt x="85328" y="57547"/>
                </a:lnTo>
                <a:cubicBezTo>
                  <a:pt x="88627" y="57547"/>
                  <a:pt x="91281" y="60201"/>
                  <a:pt x="91281" y="63500"/>
                </a:cubicBezTo>
                <a:cubicBezTo>
                  <a:pt x="91281" y="66799"/>
                  <a:pt x="88627" y="69453"/>
                  <a:pt x="85328" y="69453"/>
                </a:cubicBezTo>
                <a:lnTo>
                  <a:pt x="69453" y="69453"/>
                </a:lnTo>
                <a:lnTo>
                  <a:pt x="69453" y="85328"/>
                </a:lnTo>
                <a:cubicBezTo>
                  <a:pt x="69453" y="88627"/>
                  <a:pt x="66799" y="91281"/>
                  <a:pt x="63500" y="91281"/>
                </a:cubicBezTo>
                <a:cubicBezTo>
                  <a:pt x="60201" y="91281"/>
                  <a:pt x="57547" y="88627"/>
                  <a:pt x="57547" y="85328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774700" y="1758951"/>
            <a:ext cx="80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Добавление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2450" y="1981201"/>
            <a:ext cx="33496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Создание операций дохода/расхода с суммой, категорией, датой и описанием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4025" y="2466974"/>
            <a:ext cx="3490912" cy="577850"/>
          </a:xfrm>
          <a:custGeom>
            <a:avLst/>
            <a:gdLst/>
            <a:ahLst/>
            <a:cxnLst/>
            <a:rect l="l" t="t" r="r" b="b"/>
            <a:pathLst>
              <a:path w="3490912" h="577850">
                <a:moveTo>
                  <a:pt x="63500" y="0"/>
                </a:moveTo>
                <a:lnTo>
                  <a:pt x="3427413" y="0"/>
                </a:lnTo>
                <a:cubicBezTo>
                  <a:pt x="3462483" y="0"/>
                  <a:pt x="3490912" y="28430"/>
                  <a:pt x="3490912" y="63500"/>
                </a:cubicBezTo>
                <a:lnTo>
                  <a:pt x="3490912" y="514350"/>
                </a:lnTo>
                <a:cubicBezTo>
                  <a:pt x="3490912" y="549420"/>
                  <a:pt x="3462483" y="577850"/>
                  <a:pt x="3427413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8325" y="25971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6979" y="5383"/>
                </a:moveTo>
                <a:cubicBezTo>
                  <a:pt x="111547" y="-50"/>
                  <a:pt x="102766" y="-50"/>
                  <a:pt x="97334" y="5383"/>
                </a:cubicBezTo>
                <a:lnTo>
                  <a:pt x="91281" y="11435"/>
                </a:lnTo>
                <a:lnTo>
                  <a:pt x="115565" y="35719"/>
                </a:lnTo>
                <a:lnTo>
                  <a:pt x="121617" y="29666"/>
                </a:lnTo>
                <a:cubicBezTo>
                  <a:pt x="127050" y="24234"/>
                  <a:pt x="127050" y="15453"/>
                  <a:pt x="121617" y="10021"/>
                </a:cubicBezTo>
                <a:lnTo>
                  <a:pt x="116979" y="5383"/>
                </a:lnTo>
                <a:close/>
                <a:moveTo>
                  <a:pt x="42763" y="59953"/>
                </a:moveTo>
                <a:cubicBezTo>
                  <a:pt x="41250" y="61466"/>
                  <a:pt x="40084" y="63326"/>
                  <a:pt x="39415" y="65385"/>
                </a:cubicBezTo>
                <a:lnTo>
                  <a:pt x="32072" y="87412"/>
                </a:lnTo>
                <a:cubicBezTo>
                  <a:pt x="31353" y="89545"/>
                  <a:pt x="31924" y="91901"/>
                  <a:pt x="33511" y="93514"/>
                </a:cubicBezTo>
                <a:cubicBezTo>
                  <a:pt x="35099" y="95126"/>
                  <a:pt x="37455" y="95672"/>
                  <a:pt x="39613" y="94952"/>
                </a:cubicBezTo>
                <a:lnTo>
                  <a:pt x="61640" y="87610"/>
                </a:lnTo>
                <a:cubicBezTo>
                  <a:pt x="63674" y="86940"/>
                  <a:pt x="65534" y="85775"/>
                  <a:pt x="67072" y="84262"/>
                </a:cubicBezTo>
                <a:lnTo>
                  <a:pt x="107156" y="44128"/>
                </a:lnTo>
                <a:lnTo>
                  <a:pt x="82872" y="19844"/>
                </a:lnTo>
                <a:lnTo>
                  <a:pt x="42763" y="59953"/>
                </a:lnTo>
                <a:close/>
                <a:moveTo>
                  <a:pt x="23812" y="15875"/>
                </a:moveTo>
                <a:cubicBezTo>
                  <a:pt x="10666" y="15875"/>
                  <a:pt x="0" y="26541"/>
                  <a:pt x="0" y="39688"/>
                </a:cubicBezTo>
                <a:lnTo>
                  <a:pt x="0" y="103188"/>
                </a:lnTo>
                <a:cubicBezTo>
                  <a:pt x="0" y="116334"/>
                  <a:pt x="10666" y="127000"/>
                  <a:pt x="23812" y="127000"/>
                </a:cubicBezTo>
                <a:lnTo>
                  <a:pt x="87313" y="127000"/>
                </a:lnTo>
                <a:cubicBezTo>
                  <a:pt x="100459" y="127000"/>
                  <a:pt x="111125" y="116334"/>
                  <a:pt x="111125" y="103188"/>
                </a:cubicBezTo>
                <a:lnTo>
                  <a:pt x="111125" y="79375"/>
                </a:lnTo>
                <a:cubicBezTo>
                  <a:pt x="111125" y="74985"/>
                  <a:pt x="107578" y="71438"/>
                  <a:pt x="103188" y="71438"/>
                </a:cubicBezTo>
                <a:cubicBezTo>
                  <a:pt x="98797" y="71438"/>
                  <a:pt x="95250" y="74985"/>
                  <a:pt x="95250" y="79375"/>
                </a:cubicBezTo>
                <a:lnTo>
                  <a:pt x="95250" y="103188"/>
                </a:lnTo>
                <a:cubicBezTo>
                  <a:pt x="95250" y="107578"/>
                  <a:pt x="91703" y="111125"/>
                  <a:pt x="87313" y="111125"/>
                </a:cubicBezTo>
                <a:lnTo>
                  <a:pt x="23812" y="111125"/>
                </a:lnTo>
                <a:cubicBezTo>
                  <a:pt x="19422" y="111125"/>
                  <a:pt x="15875" y="107578"/>
                  <a:pt x="15875" y="103188"/>
                </a:cubicBezTo>
                <a:lnTo>
                  <a:pt x="15875" y="39688"/>
                </a:lnTo>
                <a:cubicBezTo>
                  <a:pt x="15875" y="35297"/>
                  <a:pt x="19422" y="31750"/>
                  <a:pt x="23812" y="31750"/>
                </a:cubicBezTo>
                <a:lnTo>
                  <a:pt x="47625" y="31750"/>
                </a:lnTo>
                <a:cubicBezTo>
                  <a:pt x="52015" y="31750"/>
                  <a:pt x="55563" y="28203"/>
                  <a:pt x="55563" y="23812"/>
                </a:cubicBezTo>
                <a:cubicBezTo>
                  <a:pt x="55563" y="19422"/>
                  <a:pt x="52015" y="15875"/>
                  <a:pt x="47625" y="15875"/>
                </a:cubicBezTo>
                <a:lnTo>
                  <a:pt x="23812" y="15875"/>
                </a:ln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15" name="Text 13"/>
          <p:cNvSpPr/>
          <p:nvPr/>
        </p:nvSpPr>
        <p:spPr>
          <a:xfrm>
            <a:off x="774700" y="2565402"/>
            <a:ext cx="105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Редактирование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2450" y="2787652"/>
            <a:ext cx="3349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Изменение любых параметров существующих операций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4025" y="3114675"/>
            <a:ext cx="3490912" cy="736600"/>
          </a:xfrm>
          <a:custGeom>
            <a:avLst/>
            <a:gdLst/>
            <a:ahLst/>
            <a:cxnLst/>
            <a:rect l="l" t="t" r="r" b="b"/>
            <a:pathLst>
              <a:path w="3490912" h="736600">
                <a:moveTo>
                  <a:pt x="63502" y="0"/>
                </a:moveTo>
                <a:lnTo>
                  <a:pt x="3427410" y="0"/>
                </a:lnTo>
                <a:cubicBezTo>
                  <a:pt x="3462458" y="0"/>
                  <a:pt x="3490912" y="28454"/>
                  <a:pt x="3490912" y="63502"/>
                </a:cubicBezTo>
                <a:lnTo>
                  <a:pt x="3490912" y="673098"/>
                </a:lnTo>
                <a:cubicBezTo>
                  <a:pt x="3490912" y="708146"/>
                  <a:pt x="3462458" y="736600"/>
                  <a:pt x="3427410" y="736600"/>
                </a:cubicBezTo>
                <a:lnTo>
                  <a:pt x="63502" y="736600"/>
                </a:lnTo>
                <a:cubicBezTo>
                  <a:pt x="28454" y="736600"/>
                  <a:pt x="0" y="708146"/>
                  <a:pt x="0" y="6730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262" y="324485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3908" y="1463"/>
                </a:moveTo>
                <a:lnTo>
                  <a:pt x="31750" y="7938"/>
                </a:lnTo>
                <a:lnTo>
                  <a:pt x="7938" y="7938"/>
                </a:lnTo>
                <a:cubicBezTo>
                  <a:pt x="3547" y="7938"/>
                  <a:pt x="0" y="11485"/>
                  <a:pt x="0" y="15875"/>
                </a:cubicBezTo>
                <a:cubicBezTo>
                  <a:pt x="0" y="20265"/>
                  <a:pt x="3547" y="23812"/>
                  <a:pt x="7938" y="23812"/>
                </a:cubicBezTo>
                <a:lnTo>
                  <a:pt x="103188" y="23812"/>
                </a:lnTo>
                <a:cubicBezTo>
                  <a:pt x="107578" y="23812"/>
                  <a:pt x="111125" y="20265"/>
                  <a:pt x="111125" y="15875"/>
                </a:cubicBezTo>
                <a:cubicBezTo>
                  <a:pt x="111125" y="11485"/>
                  <a:pt x="107578" y="7938"/>
                  <a:pt x="103188" y="7938"/>
                </a:cubicBezTo>
                <a:lnTo>
                  <a:pt x="79375" y="7938"/>
                </a:lnTo>
                <a:lnTo>
                  <a:pt x="77217" y="1463"/>
                </a:lnTo>
                <a:cubicBezTo>
                  <a:pt x="76126" y="-1786"/>
                  <a:pt x="73099" y="-3969"/>
                  <a:pt x="69676" y="-3969"/>
                </a:cubicBezTo>
                <a:lnTo>
                  <a:pt x="41449" y="-3969"/>
                </a:lnTo>
                <a:cubicBezTo>
                  <a:pt x="38026" y="-3969"/>
                  <a:pt x="34999" y="-1786"/>
                  <a:pt x="33908" y="1463"/>
                </a:cubicBezTo>
                <a:close/>
                <a:moveTo>
                  <a:pt x="103188" y="35719"/>
                </a:moveTo>
                <a:lnTo>
                  <a:pt x="7938" y="35719"/>
                </a:lnTo>
                <a:lnTo>
                  <a:pt x="13171" y="115863"/>
                </a:lnTo>
                <a:cubicBezTo>
                  <a:pt x="13568" y="122138"/>
                  <a:pt x="18777" y="127000"/>
                  <a:pt x="25053" y="127000"/>
                </a:cubicBezTo>
                <a:lnTo>
                  <a:pt x="86072" y="127000"/>
                </a:lnTo>
                <a:cubicBezTo>
                  <a:pt x="92348" y="127000"/>
                  <a:pt x="97557" y="122138"/>
                  <a:pt x="97954" y="115863"/>
                </a:cubicBezTo>
                <a:lnTo>
                  <a:pt x="103188" y="35719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74700" y="3213102"/>
            <a:ext cx="64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Удаление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2450" y="3435352"/>
            <a:ext cx="33496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Удаление операций с подтверждением и пересчетом статистики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4025" y="3952876"/>
            <a:ext cx="3490912" cy="292100"/>
          </a:xfrm>
          <a:custGeom>
            <a:avLst/>
            <a:gdLst/>
            <a:ahLst/>
            <a:cxnLst/>
            <a:rect l="l" t="t" r="r" b="b"/>
            <a:pathLst>
              <a:path w="3490912" h="292100">
                <a:moveTo>
                  <a:pt x="63500" y="0"/>
                </a:moveTo>
                <a:lnTo>
                  <a:pt x="3427413" y="0"/>
                </a:lnTo>
                <a:cubicBezTo>
                  <a:pt x="3462483" y="0"/>
                  <a:pt x="3490913" y="28430"/>
                  <a:pt x="3490913" y="63500"/>
                </a:cubicBezTo>
                <a:lnTo>
                  <a:pt x="3490912" y="228600"/>
                </a:lnTo>
                <a:cubicBezTo>
                  <a:pt x="3490913" y="263670"/>
                  <a:pt x="3462483" y="292100"/>
                  <a:pt x="3427413" y="292100"/>
                </a:cubicBezTo>
                <a:lnTo>
                  <a:pt x="63500" y="292100"/>
                </a:lnTo>
                <a:cubicBezTo>
                  <a:pt x="28453" y="292100"/>
                  <a:pt x="0" y="263647"/>
                  <a:pt x="0" y="2286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6575" y="4051299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703262" y="4019549"/>
            <a:ext cx="323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Валидация всех полей перед сохранением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675" y="4511675"/>
            <a:ext cx="3760787" cy="1704876"/>
          </a:xfrm>
          <a:custGeom>
            <a:avLst/>
            <a:gdLst/>
            <a:ahLst/>
            <a:cxnLst/>
            <a:rect l="l" t="t" r="r" b="b"/>
            <a:pathLst>
              <a:path w="3760787" h="2316162">
                <a:moveTo>
                  <a:pt x="95241" y="0"/>
                </a:moveTo>
                <a:lnTo>
                  <a:pt x="3665547" y="0"/>
                </a:lnTo>
                <a:cubicBezTo>
                  <a:pt x="3718147" y="0"/>
                  <a:pt x="3760787" y="42641"/>
                  <a:pt x="3760787" y="95241"/>
                </a:cubicBezTo>
                <a:lnTo>
                  <a:pt x="3760787" y="2220922"/>
                </a:lnTo>
                <a:cubicBezTo>
                  <a:pt x="3760787" y="2273522"/>
                  <a:pt x="3718147" y="2316162"/>
                  <a:pt x="3665547" y="2316162"/>
                </a:cubicBezTo>
                <a:lnTo>
                  <a:pt x="95241" y="2316162"/>
                </a:lnTo>
                <a:cubicBezTo>
                  <a:pt x="42641" y="2316162"/>
                  <a:pt x="0" y="2273522"/>
                  <a:pt x="0" y="2220922"/>
                </a:cubicBezTo>
                <a:lnTo>
                  <a:pt x="0" y="95241"/>
                </a:lnTo>
                <a:cubicBezTo>
                  <a:pt x="0" y="42676"/>
                  <a:pt x="42676" y="0"/>
                  <a:pt x="95241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850" y="46418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34194" y="473710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9275" y="14548"/>
                </a:moveTo>
                <a:lnTo>
                  <a:pt x="204415" y="70470"/>
                </a:lnTo>
                <a:cubicBezTo>
                  <a:pt x="214722" y="80925"/>
                  <a:pt x="214722" y="97668"/>
                  <a:pt x="204415" y="108124"/>
                </a:cubicBezTo>
                <a:lnTo>
                  <a:pt x="146224" y="167022"/>
                </a:lnTo>
                <a:cubicBezTo>
                  <a:pt x="142763" y="170520"/>
                  <a:pt x="137108" y="170557"/>
                  <a:pt x="133610" y="167097"/>
                </a:cubicBezTo>
                <a:cubicBezTo>
                  <a:pt x="130113" y="163637"/>
                  <a:pt x="130076" y="157981"/>
                  <a:pt x="133536" y="154484"/>
                </a:cubicBezTo>
                <a:lnTo>
                  <a:pt x="191728" y="95548"/>
                </a:lnTo>
                <a:cubicBezTo>
                  <a:pt x="195151" y="92087"/>
                  <a:pt x="195151" y="86469"/>
                  <a:pt x="191728" y="83009"/>
                </a:cubicBezTo>
                <a:lnTo>
                  <a:pt x="136550" y="27124"/>
                </a:lnTo>
                <a:cubicBezTo>
                  <a:pt x="133090" y="23626"/>
                  <a:pt x="133127" y="17971"/>
                  <a:pt x="136624" y="14511"/>
                </a:cubicBezTo>
                <a:cubicBezTo>
                  <a:pt x="140122" y="11050"/>
                  <a:pt x="145777" y="11088"/>
                  <a:pt x="149237" y="14585"/>
                </a:cubicBezTo>
                <a:close/>
                <a:moveTo>
                  <a:pt x="11943" y="85390"/>
                </a:moveTo>
                <a:lnTo>
                  <a:pt x="11943" y="35719"/>
                </a:lnTo>
                <a:cubicBezTo>
                  <a:pt x="11943" y="22585"/>
                  <a:pt x="22622" y="11906"/>
                  <a:pt x="35756" y="11906"/>
                </a:cubicBezTo>
                <a:lnTo>
                  <a:pt x="85427" y="11906"/>
                </a:lnTo>
                <a:cubicBezTo>
                  <a:pt x="91753" y="11906"/>
                  <a:pt x="97817" y="14399"/>
                  <a:pt x="102282" y="18864"/>
                </a:cubicBezTo>
                <a:lnTo>
                  <a:pt x="155860" y="72442"/>
                </a:lnTo>
                <a:cubicBezTo>
                  <a:pt x="165162" y="81744"/>
                  <a:pt x="165162" y="96813"/>
                  <a:pt x="155860" y="106114"/>
                </a:cubicBezTo>
                <a:lnTo>
                  <a:pt x="106189" y="155786"/>
                </a:lnTo>
                <a:cubicBezTo>
                  <a:pt x="96887" y="165088"/>
                  <a:pt x="81818" y="165088"/>
                  <a:pt x="72517" y="155786"/>
                </a:cubicBezTo>
                <a:lnTo>
                  <a:pt x="18938" y="102208"/>
                </a:lnTo>
                <a:cubicBezTo>
                  <a:pt x="14474" y="97743"/>
                  <a:pt x="11981" y="91678"/>
                  <a:pt x="11981" y="85353"/>
                </a:cubicBezTo>
                <a:close/>
                <a:moveTo>
                  <a:pt x="65522" y="53578"/>
                </a:moveTo>
                <a:cubicBezTo>
                  <a:pt x="65522" y="47007"/>
                  <a:pt x="60187" y="41672"/>
                  <a:pt x="53615" y="41672"/>
                </a:cubicBezTo>
                <a:cubicBezTo>
                  <a:pt x="47044" y="41672"/>
                  <a:pt x="41709" y="47007"/>
                  <a:pt x="41709" y="53578"/>
                </a:cubicBezTo>
                <a:cubicBezTo>
                  <a:pt x="41709" y="60149"/>
                  <a:pt x="47044" y="65484"/>
                  <a:pt x="53615" y="65484"/>
                </a:cubicBezTo>
                <a:cubicBezTo>
                  <a:pt x="60187" y="65484"/>
                  <a:pt x="65522" y="60149"/>
                  <a:pt x="65522" y="53578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927100" y="4721227"/>
            <a:ext cx="1992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Управление категориями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4662" y="514985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9" name="Text 27"/>
          <p:cNvSpPr/>
          <p:nvPr/>
        </p:nvSpPr>
        <p:spPr>
          <a:xfrm>
            <a:off x="673100" y="5118102"/>
            <a:ext cx="320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Предустановленные категории при первом запуске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4662" y="540385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1" name="Text 29"/>
          <p:cNvSpPr/>
          <p:nvPr/>
        </p:nvSpPr>
        <p:spPr>
          <a:xfrm>
            <a:off x="673100" y="5372102"/>
            <a:ext cx="243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Создание пользовательских категорий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4662" y="565785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3" name="Text 31"/>
          <p:cNvSpPr/>
          <p:nvPr/>
        </p:nvSpPr>
        <p:spPr>
          <a:xfrm>
            <a:off x="673100" y="5626102"/>
            <a:ext cx="234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Удаление неиспользуемых категорий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74662" y="591185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5" name="Text 33"/>
          <p:cNvSpPr/>
          <p:nvPr/>
        </p:nvSpPr>
        <p:spPr>
          <a:xfrm>
            <a:off x="673100" y="5880102"/>
            <a:ext cx="2849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Защита от удаления используемых категорий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15309" y="1050925"/>
            <a:ext cx="3760787" cy="2943227"/>
          </a:xfrm>
          <a:custGeom>
            <a:avLst/>
            <a:gdLst/>
            <a:ahLst/>
            <a:cxnLst/>
            <a:rect l="l" t="t" r="r" b="b"/>
            <a:pathLst>
              <a:path w="3760787" h="3030537">
                <a:moveTo>
                  <a:pt x="95250" y="0"/>
                </a:moveTo>
                <a:lnTo>
                  <a:pt x="3665538" y="0"/>
                </a:lnTo>
                <a:cubicBezTo>
                  <a:pt x="3718143" y="0"/>
                  <a:pt x="3760787" y="42645"/>
                  <a:pt x="3760787" y="95250"/>
                </a:cubicBezTo>
                <a:lnTo>
                  <a:pt x="3760787" y="2935288"/>
                </a:lnTo>
                <a:cubicBezTo>
                  <a:pt x="3760787" y="2987893"/>
                  <a:pt x="3718143" y="3030538"/>
                  <a:pt x="3665538" y="3030537"/>
                </a:cubicBezTo>
                <a:lnTo>
                  <a:pt x="95250" y="3030537"/>
                </a:lnTo>
                <a:cubicBezTo>
                  <a:pt x="42645" y="3030537"/>
                  <a:pt x="0" y="2987893"/>
                  <a:pt x="0" y="2935288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45484" y="11811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40734" y="12763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7107" y="23812"/>
                  <a:pt x="2753" y="26715"/>
                  <a:pt x="893" y="31179"/>
                </a:cubicBezTo>
                <a:cubicBezTo>
                  <a:pt x="-967" y="35644"/>
                  <a:pt x="74" y="40742"/>
                  <a:pt x="3497" y="44128"/>
                </a:cubicBezTo>
                <a:lnTo>
                  <a:pt x="71438" y="112105"/>
                </a:lnTo>
                <a:lnTo>
                  <a:pt x="71438" y="154781"/>
                </a:lnTo>
                <a:cubicBezTo>
                  <a:pt x="71438" y="157944"/>
                  <a:pt x="72703" y="160958"/>
                  <a:pt x="74935" y="163190"/>
                </a:cubicBezTo>
                <a:lnTo>
                  <a:pt x="98747" y="187003"/>
                </a:lnTo>
                <a:cubicBezTo>
                  <a:pt x="102171" y="190426"/>
                  <a:pt x="107268" y="191430"/>
                  <a:pt x="111733" y="189570"/>
                </a:cubicBezTo>
                <a:cubicBezTo>
                  <a:pt x="116198" y="187709"/>
                  <a:pt x="119063" y="183393"/>
                  <a:pt x="119063" y="178594"/>
                </a:cubicBezTo>
                <a:lnTo>
                  <a:pt x="119063" y="112105"/>
                </a:lnTo>
                <a:lnTo>
                  <a:pt x="187003" y="44165"/>
                </a:lnTo>
                <a:cubicBezTo>
                  <a:pt x="190426" y="40742"/>
                  <a:pt x="191430" y="35644"/>
                  <a:pt x="189570" y="31179"/>
                </a:cubicBezTo>
                <a:cubicBezTo>
                  <a:pt x="187709" y="26715"/>
                  <a:pt x="183393" y="23812"/>
                  <a:pt x="178594" y="23812"/>
                </a:cubicBezTo>
                <a:lnTo>
                  <a:pt x="11906" y="23812"/>
                </a:ln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39" name="Text 37"/>
          <p:cNvSpPr/>
          <p:nvPr/>
        </p:nvSpPr>
        <p:spPr>
          <a:xfrm>
            <a:off x="4821734" y="1260477"/>
            <a:ext cx="1968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Фильтрация и аналитика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48659" y="1660527"/>
            <a:ext cx="3490912" cy="673100"/>
          </a:xfrm>
          <a:custGeom>
            <a:avLst/>
            <a:gdLst/>
            <a:ahLst/>
            <a:cxnLst/>
            <a:rect l="l" t="t" r="r" b="b"/>
            <a:pathLst>
              <a:path w="3490912" h="673100">
                <a:moveTo>
                  <a:pt x="63500" y="0"/>
                </a:moveTo>
                <a:lnTo>
                  <a:pt x="3427412" y="0"/>
                </a:lnTo>
                <a:cubicBezTo>
                  <a:pt x="3462482" y="0"/>
                  <a:pt x="3490912" y="28430"/>
                  <a:pt x="3490912" y="63500"/>
                </a:cubicBezTo>
                <a:lnTo>
                  <a:pt x="3490912" y="609600"/>
                </a:lnTo>
                <a:cubicBezTo>
                  <a:pt x="3490912" y="644670"/>
                  <a:pt x="3462482" y="673100"/>
                  <a:pt x="3427412" y="673100"/>
                </a:cubicBezTo>
                <a:lnTo>
                  <a:pt x="63500" y="673100"/>
                </a:lnTo>
                <a:cubicBezTo>
                  <a:pt x="28430" y="673100"/>
                  <a:pt x="0" y="644670"/>
                  <a:pt x="0" y="609600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47084" y="1758951"/>
            <a:ext cx="335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Временные периоды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47084" y="2012951"/>
            <a:ext cx="396875" cy="222250"/>
          </a:xfrm>
          <a:custGeom>
            <a:avLst/>
            <a:gdLst/>
            <a:ahLst/>
            <a:cxnLst/>
            <a:rect l="l" t="t" r="r" b="b"/>
            <a:pathLst>
              <a:path w="396875" h="222250">
                <a:moveTo>
                  <a:pt x="31751" y="0"/>
                </a:moveTo>
                <a:lnTo>
                  <a:pt x="365124" y="0"/>
                </a:lnTo>
                <a:cubicBezTo>
                  <a:pt x="382660" y="0"/>
                  <a:pt x="396875" y="14215"/>
                  <a:pt x="396875" y="31751"/>
                </a:cubicBezTo>
                <a:lnTo>
                  <a:pt x="396875" y="190499"/>
                </a:lnTo>
                <a:cubicBezTo>
                  <a:pt x="396875" y="208035"/>
                  <a:pt x="382660" y="222250"/>
                  <a:pt x="3651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447084" y="2012951"/>
            <a:ext cx="452438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День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905177" y="2012951"/>
            <a:ext cx="515938" cy="222250"/>
          </a:xfrm>
          <a:custGeom>
            <a:avLst/>
            <a:gdLst/>
            <a:ahLst/>
            <a:cxnLst/>
            <a:rect l="l" t="t" r="r" b="b"/>
            <a:pathLst>
              <a:path w="515938" h="222250">
                <a:moveTo>
                  <a:pt x="31751" y="0"/>
                </a:moveTo>
                <a:lnTo>
                  <a:pt x="484187" y="0"/>
                </a:lnTo>
                <a:cubicBezTo>
                  <a:pt x="501722" y="0"/>
                  <a:pt x="515938" y="14215"/>
                  <a:pt x="515938" y="31751"/>
                </a:cubicBezTo>
                <a:lnTo>
                  <a:pt x="515938" y="190499"/>
                </a:lnTo>
                <a:cubicBezTo>
                  <a:pt x="515938" y="208035"/>
                  <a:pt x="501722" y="222250"/>
                  <a:pt x="484187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905177" y="2012951"/>
            <a:ext cx="571500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Неделя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487591" y="2012951"/>
            <a:ext cx="468313" cy="222250"/>
          </a:xfrm>
          <a:custGeom>
            <a:avLst/>
            <a:gdLst/>
            <a:ahLst/>
            <a:cxnLst/>
            <a:rect l="l" t="t" r="r" b="b"/>
            <a:pathLst>
              <a:path w="468313" h="222250">
                <a:moveTo>
                  <a:pt x="31751" y="0"/>
                </a:moveTo>
                <a:lnTo>
                  <a:pt x="436562" y="0"/>
                </a:lnTo>
                <a:cubicBezTo>
                  <a:pt x="454097" y="0"/>
                  <a:pt x="468313" y="14215"/>
                  <a:pt x="468313" y="31751"/>
                </a:cubicBezTo>
                <a:lnTo>
                  <a:pt x="468313" y="190499"/>
                </a:lnTo>
                <a:cubicBezTo>
                  <a:pt x="468313" y="208035"/>
                  <a:pt x="454097" y="222250"/>
                  <a:pt x="4365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487591" y="2012951"/>
            <a:ext cx="523875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Месяц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020396" y="2012951"/>
            <a:ext cx="317500" cy="222250"/>
          </a:xfrm>
          <a:custGeom>
            <a:avLst/>
            <a:gdLst/>
            <a:ahLst/>
            <a:cxnLst/>
            <a:rect l="l" t="t" r="r" b="b"/>
            <a:pathLst>
              <a:path w="317500" h="222250">
                <a:moveTo>
                  <a:pt x="31751" y="0"/>
                </a:moveTo>
                <a:lnTo>
                  <a:pt x="285749" y="0"/>
                </a:lnTo>
                <a:cubicBezTo>
                  <a:pt x="303285" y="0"/>
                  <a:pt x="317500" y="14215"/>
                  <a:pt x="317500" y="31751"/>
                </a:cubicBezTo>
                <a:lnTo>
                  <a:pt x="317500" y="190499"/>
                </a:lnTo>
                <a:cubicBezTo>
                  <a:pt x="317500" y="208035"/>
                  <a:pt x="303285" y="222250"/>
                  <a:pt x="28574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020396" y="2012951"/>
            <a:ext cx="373063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Год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99113" y="2012951"/>
            <a:ext cx="674688" cy="222250"/>
          </a:xfrm>
          <a:custGeom>
            <a:avLst/>
            <a:gdLst/>
            <a:ahLst/>
            <a:cxnLst/>
            <a:rect l="l" t="t" r="r" b="b"/>
            <a:pathLst>
              <a:path w="674688" h="222250">
                <a:moveTo>
                  <a:pt x="31751" y="0"/>
                </a:moveTo>
                <a:lnTo>
                  <a:pt x="642937" y="0"/>
                </a:lnTo>
                <a:cubicBezTo>
                  <a:pt x="660472" y="0"/>
                  <a:pt x="674688" y="14215"/>
                  <a:pt x="674688" y="31751"/>
                </a:cubicBezTo>
                <a:lnTo>
                  <a:pt x="674688" y="190499"/>
                </a:lnTo>
                <a:cubicBezTo>
                  <a:pt x="674688" y="208035"/>
                  <a:pt x="660472" y="222250"/>
                  <a:pt x="642937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399113" y="2012951"/>
            <a:ext cx="730250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 время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348659" y="2372994"/>
            <a:ext cx="3490912" cy="673100"/>
          </a:xfrm>
          <a:custGeom>
            <a:avLst/>
            <a:gdLst/>
            <a:ahLst/>
            <a:cxnLst/>
            <a:rect l="l" t="t" r="r" b="b"/>
            <a:pathLst>
              <a:path w="3490912" h="673100">
                <a:moveTo>
                  <a:pt x="63500" y="0"/>
                </a:moveTo>
                <a:lnTo>
                  <a:pt x="3427412" y="0"/>
                </a:lnTo>
                <a:cubicBezTo>
                  <a:pt x="3462482" y="0"/>
                  <a:pt x="3490912" y="28430"/>
                  <a:pt x="3490912" y="63500"/>
                </a:cubicBezTo>
                <a:lnTo>
                  <a:pt x="3490912" y="609600"/>
                </a:lnTo>
                <a:cubicBezTo>
                  <a:pt x="3490912" y="644670"/>
                  <a:pt x="3462482" y="673100"/>
                  <a:pt x="3427412" y="673100"/>
                </a:cubicBezTo>
                <a:lnTo>
                  <a:pt x="63500" y="673100"/>
                </a:lnTo>
                <a:cubicBezTo>
                  <a:pt x="28430" y="673100"/>
                  <a:pt x="0" y="644670"/>
                  <a:pt x="0" y="609600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47084" y="2471422"/>
            <a:ext cx="335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Типы операций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47084" y="2725422"/>
            <a:ext cx="381000" cy="222250"/>
          </a:xfrm>
          <a:custGeom>
            <a:avLst/>
            <a:gdLst/>
            <a:ahLst/>
            <a:cxnLst/>
            <a:rect l="l" t="t" r="r" b="b"/>
            <a:pathLst>
              <a:path w="381000" h="222250">
                <a:moveTo>
                  <a:pt x="111125" y="0"/>
                </a:moveTo>
                <a:lnTo>
                  <a:pt x="269875" y="0"/>
                </a:lnTo>
                <a:cubicBezTo>
                  <a:pt x="331207" y="0"/>
                  <a:pt x="381000" y="49793"/>
                  <a:pt x="381000" y="111125"/>
                </a:cubicBezTo>
                <a:lnTo>
                  <a:pt x="381000" y="111125"/>
                </a:lnTo>
                <a:cubicBezTo>
                  <a:pt x="381000" y="172457"/>
                  <a:pt x="331207" y="222250"/>
                  <a:pt x="2698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4447084" y="2725422"/>
            <a:ext cx="4365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895453" y="2725422"/>
            <a:ext cx="603250" cy="222250"/>
          </a:xfrm>
          <a:custGeom>
            <a:avLst/>
            <a:gdLst/>
            <a:ahLst/>
            <a:cxnLst/>
            <a:rect l="l" t="t" r="r" b="b"/>
            <a:pathLst>
              <a:path w="603250" h="222250">
                <a:moveTo>
                  <a:pt x="111125" y="0"/>
                </a:moveTo>
                <a:lnTo>
                  <a:pt x="492125" y="0"/>
                </a:lnTo>
                <a:cubicBezTo>
                  <a:pt x="553457" y="0"/>
                  <a:pt x="603250" y="49793"/>
                  <a:pt x="603250" y="111125"/>
                </a:cubicBezTo>
                <a:lnTo>
                  <a:pt x="603250" y="111125"/>
                </a:lnTo>
                <a:cubicBezTo>
                  <a:pt x="603250" y="172457"/>
                  <a:pt x="553457" y="222250"/>
                  <a:pt x="4921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895453" y="2725422"/>
            <a:ext cx="6588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Доходы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560913" y="2725422"/>
            <a:ext cx="642938" cy="222250"/>
          </a:xfrm>
          <a:custGeom>
            <a:avLst/>
            <a:gdLst/>
            <a:ahLst/>
            <a:cxnLst/>
            <a:rect l="l" t="t" r="r" b="b"/>
            <a:pathLst>
              <a:path w="642938" h="222250">
                <a:moveTo>
                  <a:pt x="111125" y="0"/>
                </a:moveTo>
                <a:lnTo>
                  <a:pt x="531813" y="0"/>
                </a:lnTo>
                <a:cubicBezTo>
                  <a:pt x="593144" y="0"/>
                  <a:pt x="642938" y="49793"/>
                  <a:pt x="642938" y="111125"/>
                </a:cubicBezTo>
                <a:lnTo>
                  <a:pt x="642938" y="111125"/>
                </a:lnTo>
                <a:cubicBezTo>
                  <a:pt x="642938" y="172457"/>
                  <a:pt x="593144" y="222250"/>
                  <a:pt x="53181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560913" y="2725422"/>
            <a:ext cx="6985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Расходы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348659" y="3085465"/>
            <a:ext cx="3490912" cy="800100"/>
          </a:xfrm>
          <a:custGeom>
            <a:avLst/>
            <a:gdLst/>
            <a:ahLst/>
            <a:cxnLst/>
            <a:rect l="l" t="t" r="r" b="b"/>
            <a:pathLst>
              <a:path w="3490912" h="800100">
                <a:moveTo>
                  <a:pt x="63504" y="0"/>
                </a:moveTo>
                <a:lnTo>
                  <a:pt x="3427409" y="0"/>
                </a:lnTo>
                <a:cubicBezTo>
                  <a:pt x="3462481" y="0"/>
                  <a:pt x="3490912" y="28432"/>
                  <a:pt x="3490912" y="63504"/>
                </a:cubicBezTo>
                <a:lnTo>
                  <a:pt x="3490912" y="736596"/>
                </a:lnTo>
                <a:cubicBezTo>
                  <a:pt x="3490912" y="771668"/>
                  <a:pt x="3462481" y="800100"/>
                  <a:pt x="3427409" y="800100"/>
                </a:cubicBezTo>
                <a:lnTo>
                  <a:pt x="63504" y="800100"/>
                </a:lnTo>
                <a:cubicBezTo>
                  <a:pt x="28432" y="800100"/>
                  <a:pt x="0" y="771668"/>
                  <a:pt x="0" y="73659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47084" y="3183892"/>
            <a:ext cx="335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Финансовая сводка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407396" y="3437892"/>
            <a:ext cx="113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Доходы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423271" y="3660142"/>
            <a:ext cx="1103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Общая сумма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527775" y="3437892"/>
            <a:ext cx="113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Расходы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543650" y="3660142"/>
            <a:ext cx="1103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Общая сумма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648152" y="3437892"/>
            <a:ext cx="113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Баланс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664027" y="3660142"/>
            <a:ext cx="1103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Разница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215309" y="4110359"/>
            <a:ext cx="3760787" cy="2534281"/>
          </a:xfrm>
          <a:custGeom>
            <a:avLst/>
            <a:gdLst/>
            <a:ahLst/>
            <a:cxnLst/>
            <a:rect l="l" t="t" r="r" b="b"/>
            <a:pathLst>
              <a:path w="3760787" h="2617787">
                <a:moveTo>
                  <a:pt x="95261" y="0"/>
                </a:moveTo>
                <a:lnTo>
                  <a:pt x="3665526" y="0"/>
                </a:lnTo>
                <a:cubicBezTo>
                  <a:pt x="3718138" y="0"/>
                  <a:pt x="3760788" y="42650"/>
                  <a:pt x="3760788" y="95261"/>
                </a:cubicBezTo>
                <a:lnTo>
                  <a:pt x="3760787" y="2522526"/>
                </a:lnTo>
                <a:cubicBezTo>
                  <a:pt x="3760788" y="2575138"/>
                  <a:pt x="3718138" y="2617787"/>
                  <a:pt x="3665526" y="2617787"/>
                </a:cubicBezTo>
                <a:lnTo>
                  <a:pt x="95261" y="2617787"/>
                </a:lnTo>
                <a:cubicBezTo>
                  <a:pt x="42650" y="2617787"/>
                  <a:pt x="0" y="2575138"/>
                  <a:pt x="0" y="2522526"/>
                </a:cubicBezTo>
                <a:lnTo>
                  <a:pt x="0" y="95261"/>
                </a:lnTo>
                <a:cubicBezTo>
                  <a:pt x="0" y="42685"/>
                  <a:pt x="42685" y="0"/>
                  <a:pt x="95261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45484" y="42405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428828" y="433578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71" name="Text 69"/>
          <p:cNvSpPr/>
          <p:nvPr/>
        </p:nvSpPr>
        <p:spPr>
          <a:xfrm>
            <a:off x="4821734" y="4319908"/>
            <a:ext cx="113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Визуализация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4348659" y="4719958"/>
            <a:ext cx="3490912" cy="577850"/>
          </a:xfrm>
          <a:custGeom>
            <a:avLst/>
            <a:gdLst/>
            <a:ahLst/>
            <a:cxnLst/>
            <a:rect l="l" t="t" r="r" b="b"/>
            <a:pathLst>
              <a:path w="3490912" h="577850">
                <a:moveTo>
                  <a:pt x="63500" y="0"/>
                </a:moveTo>
                <a:lnTo>
                  <a:pt x="3427413" y="0"/>
                </a:lnTo>
                <a:cubicBezTo>
                  <a:pt x="3462483" y="0"/>
                  <a:pt x="3490912" y="28430"/>
                  <a:pt x="3490912" y="63500"/>
                </a:cubicBezTo>
                <a:lnTo>
                  <a:pt x="3490912" y="514350"/>
                </a:lnTo>
                <a:cubicBezTo>
                  <a:pt x="3490912" y="549420"/>
                  <a:pt x="3462483" y="577850"/>
                  <a:pt x="3427413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462959" y="485013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5240" y="7962"/>
                </a:moveTo>
                <a:cubicBezTo>
                  <a:pt x="56480" y="12154"/>
                  <a:pt x="54099" y="16594"/>
                  <a:pt x="49907" y="17835"/>
                </a:cubicBezTo>
                <a:cubicBezTo>
                  <a:pt x="30237" y="23688"/>
                  <a:pt x="15900" y="41920"/>
                  <a:pt x="15900" y="63500"/>
                </a:cubicBezTo>
                <a:cubicBezTo>
                  <a:pt x="15900" y="89793"/>
                  <a:pt x="37232" y="111125"/>
                  <a:pt x="63525" y="111125"/>
                </a:cubicBezTo>
                <a:cubicBezTo>
                  <a:pt x="89818" y="111125"/>
                  <a:pt x="111150" y="89793"/>
                  <a:pt x="111150" y="63500"/>
                </a:cubicBezTo>
                <a:cubicBezTo>
                  <a:pt x="111150" y="41945"/>
                  <a:pt x="96813" y="23713"/>
                  <a:pt x="77143" y="17835"/>
                </a:cubicBezTo>
                <a:cubicBezTo>
                  <a:pt x="72951" y="16594"/>
                  <a:pt x="70545" y="12154"/>
                  <a:pt x="71810" y="7962"/>
                </a:cubicBezTo>
                <a:cubicBezTo>
                  <a:pt x="73075" y="3770"/>
                  <a:pt x="77490" y="1364"/>
                  <a:pt x="81682" y="2629"/>
                </a:cubicBezTo>
                <a:cubicBezTo>
                  <a:pt x="107876" y="10443"/>
                  <a:pt x="127000" y="34727"/>
                  <a:pt x="127000" y="63500"/>
                </a:cubicBezTo>
                <a:cubicBezTo>
                  <a:pt x="127000" y="98574"/>
                  <a:pt x="98574" y="127000"/>
                  <a:pt x="63500" y="127000"/>
                </a:cubicBezTo>
                <a:cubicBezTo>
                  <a:pt x="28426" y="127000"/>
                  <a:pt x="0" y="98574"/>
                  <a:pt x="0" y="63500"/>
                </a:cubicBezTo>
                <a:cubicBezTo>
                  <a:pt x="0" y="34727"/>
                  <a:pt x="19124" y="10443"/>
                  <a:pt x="45368" y="2629"/>
                </a:cubicBezTo>
                <a:cubicBezTo>
                  <a:pt x="49560" y="1389"/>
                  <a:pt x="54000" y="3770"/>
                  <a:pt x="55240" y="7962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74" name="Text 72"/>
          <p:cNvSpPr/>
          <p:nvPr/>
        </p:nvSpPr>
        <p:spPr>
          <a:xfrm>
            <a:off x="4669334" y="4818385"/>
            <a:ext cx="130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Круговая диаграмма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4447084" y="5040635"/>
            <a:ext cx="3349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Распределение операций по категориям с процентами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4348659" y="5331083"/>
            <a:ext cx="3490912" cy="577850"/>
          </a:xfrm>
          <a:custGeom>
            <a:avLst/>
            <a:gdLst/>
            <a:ahLst/>
            <a:cxnLst/>
            <a:rect l="l" t="t" r="r" b="b"/>
            <a:pathLst>
              <a:path w="3490912" h="577850">
                <a:moveTo>
                  <a:pt x="63500" y="0"/>
                </a:moveTo>
                <a:lnTo>
                  <a:pt x="3427413" y="0"/>
                </a:lnTo>
                <a:cubicBezTo>
                  <a:pt x="3462483" y="0"/>
                  <a:pt x="3490912" y="28430"/>
                  <a:pt x="3490912" y="63500"/>
                </a:cubicBezTo>
                <a:lnTo>
                  <a:pt x="3490912" y="514350"/>
                </a:lnTo>
                <a:cubicBezTo>
                  <a:pt x="3490912" y="549420"/>
                  <a:pt x="3462483" y="577850"/>
                  <a:pt x="3427413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462959" y="546125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922" y="11906"/>
                </a:moveTo>
                <a:cubicBezTo>
                  <a:pt x="6623" y="11906"/>
                  <a:pt x="3969" y="14560"/>
                  <a:pt x="3969" y="17859"/>
                </a:cubicBezTo>
                <a:lnTo>
                  <a:pt x="3969" y="29766"/>
                </a:lnTo>
                <a:cubicBezTo>
                  <a:pt x="3969" y="33065"/>
                  <a:pt x="6623" y="35719"/>
                  <a:pt x="9922" y="35719"/>
                </a:cubicBezTo>
                <a:lnTo>
                  <a:pt x="21828" y="35719"/>
                </a:lnTo>
                <a:cubicBezTo>
                  <a:pt x="25127" y="35719"/>
                  <a:pt x="27781" y="33065"/>
                  <a:pt x="27781" y="29766"/>
                </a:cubicBezTo>
                <a:lnTo>
                  <a:pt x="27781" y="17859"/>
                </a:lnTo>
                <a:cubicBezTo>
                  <a:pt x="27781" y="14560"/>
                  <a:pt x="25127" y="11906"/>
                  <a:pt x="21828" y="11906"/>
                </a:cubicBezTo>
                <a:lnTo>
                  <a:pt x="9922" y="11906"/>
                </a:lnTo>
                <a:close/>
                <a:moveTo>
                  <a:pt x="47625" y="15875"/>
                </a:moveTo>
                <a:cubicBezTo>
                  <a:pt x="43235" y="15875"/>
                  <a:pt x="39688" y="19422"/>
                  <a:pt x="39688" y="23812"/>
                </a:cubicBezTo>
                <a:cubicBezTo>
                  <a:pt x="39688" y="28203"/>
                  <a:pt x="43235" y="31750"/>
                  <a:pt x="47625" y="31750"/>
                </a:cubicBezTo>
                <a:lnTo>
                  <a:pt x="119063" y="31750"/>
                </a:lnTo>
                <a:cubicBezTo>
                  <a:pt x="123453" y="31750"/>
                  <a:pt x="127000" y="28203"/>
                  <a:pt x="127000" y="23812"/>
                </a:cubicBezTo>
                <a:cubicBezTo>
                  <a:pt x="127000" y="19422"/>
                  <a:pt x="123453" y="15875"/>
                  <a:pt x="119063" y="15875"/>
                </a:cubicBezTo>
                <a:lnTo>
                  <a:pt x="47625" y="15875"/>
                </a:lnTo>
                <a:close/>
                <a:moveTo>
                  <a:pt x="47625" y="55563"/>
                </a:moveTo>
                <a:cubicBezTo>
                  <a:pt x="43235" y="55563"/>
                  <a:pt x="39688" y="59110"/>
                  <a:pt x="39688" y="63500"/>
                </a:cubicBezTo>
                <a:cubicBezTo>
                  <a:pt x="39688" y="67890"/>
                  <a:pt x="43235" y="71438"/>
                  <a:pt x="47625" y="71438"/>
                </a:cubicBezTo>
                <a:lnTo>
                  <a:pt x="119063" y="71438"/>
                </a:lnTo>
                <a:cubicBezTo>
                  <a:pt x="123453" y="71438"/>
                  <a:pt x="127000" y="67890"/>
                  <a:pt x="127000" y="63500"/>
                </a:cubicBezTo>
                <a:cubicBezTo>
                  <a:pt x="127000" y="59110"/>
                  <a:pt x="123453" y="55563"/>
                  <a:pt x="119063" y="55563"/>
                </a:cubicBezTo>
                <a:lnTo>
                  <a:pt x="47625" y="55563"/>
                </a:lnTo>
                <a:close/>
                <a:moveTo>
                  <a:pt x="47625" y="95250"/>
                </a:moveTo>
                <a:cubicBezTo>
                  <a:pt x="43235" y="95250"/>
                  <a:pt x="39688" y="98797"/>
                  <a:pt x="39688" y="103188"/>
                </a:cubicBezTo>
                <a:cubicBezTo>
                  <a:pt x="39688" y="107578"/>
                  <a:pt x="43235" y="111125"/>
                  <a:pt x="47625" y="111125"/>
                </a:cubicBezTo>
                <a:lnTo>
                  <a:pt x="119063" y="111125"/>
                </a:lnTo>
                <a:cubicBezTo>
                  <a:pt x="123453" y="111125"/>
                  <a:pt x="127000" y="107578"/>
                  <a:pt x="127000" y="103188"/>
                </a:cubicBezTo>
                <a:cubicBezTo>
                  <a:pt x="127000" y="98797"/>
                  <a:pt x="123453" y="95250"/>
                  <a:pt x="119063" y="95250"/>
                </a:cubicBezTo>
                <a:lnTo>
                  <a:pt x="47625" y="95250"/>
                </a:lnTo>
                <a:close/>
                <a:moveTo>
                  <a:pt x="3969" y="57547"/>
                </a:moveTo>
                <a:lnTo>
                  <a:pt x="3969" y="69453"/>
                </a:lnTo>
                <a:cubicBezTo>
                  <a:pt x="3969" y="72752"/>
                  <a:pt x="6623" y="75406"/>
                  <a:pt x="9922" y="75406"/>
                </a:cubicBezTo>
                <a:lnTo>
                  <a:pt x="21828" y="75406"/>
                </a:lnTo>
                <a:cubicBezTo>
                  <a:pt x="25127" y="75406"/>
                  <a:pt x="27781" y="72752"/>
                  <a:pt x="27781" y="69453"/>
                </a:cubicBezTo>
                <a:lnTo>
                  <a:pt x="27781" y="57547"/>
                </a:lnTo>
                <a:cubicBezTo>
                  <a:pt x="27781" y="54248"/>
                  <a:pt x="25127" y="51594"/>
                  <a:pt x="21828" y="51594"/>
                </a:cubicBezTo>
                <a:lnTo>
                  <a:pt x="9922" y="51594"/>
                </a:lnTo>
                <a:cubicBezTo>
                  <a:pt x="6623" y="51594"/>
                  <a:pt x="3969" y="54248"/>
                  <a:pt x="3969" y="57547"/>
                </a:cubicBezTo>
                <a:close/>
                <a:moveTo>
                  <a:pt x="9922" y="91281"/>
                </a:moveTo>
                <a:cubicBezTo>
                  <a:pt x="6623" y="91281"/>
                  <a:pt x="3969" y="93935"/>
                  <a:pt x="3969" y="97234"/>
                </a:cubicBezTo>
                <a:lnTo>
                  <a:pt x="3969" y="109141"/>
                </a:lnTo>
                <a:cubicBezTo>
                  <a:pt x="3969" y="112440"/>
                  <a:pt x="6623" y="115094"/>
                  <a:pt x="9922" y="115094"/>
                </a:cubicBezTo>
                <a:lnTo>
                  <a:pt x="21828" y="115094"/>
                </a:lnTo>
                <a:cubicBezTo>
                  <a:pt x="25127" y="115094"/>
                  <a:pt x="27781" y="112440"/>
                  <a:pt x="27781" y="109141"/>
                </a:cubicBezTo>
                <a:lnTo>
                  <a:pt x="27781" y="97234"/>
                </a:lnTo>
                <a:cubicBezTo>
                  <a:pt x="27781" y="93935"/>
                  <a:pt x="25127" y="91281"/>
                  <a:pt x="21828" y="91281"/>
                </a:cubicBezTo>
                <a:lnTo>
                  <a:pt x="9922" y="91281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78" name="Text 76"/>
          <p:cNvSpPr/>
          <p:nvPr/>
        </p:nvSpPr>
        <p:spPr>
          <a:xfrm>
            <a:off x="4669334" y="5429506"/>
            <a:ext cx="115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Список категорий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4447084" y="5651756"/>
            <a:ext cx="3349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Детализация по каждой категории с суммами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4348659" y="5954399"/>
            <a:ext cx="3490912" cy="577850"/>
          </a:xfrm>
          <a:custGeom>
            <a:avLst/>
            <a:gdLst/>
            <a:ahLst/>
            <a:cxnLst/>
            <a:rect l="l" t="t" r="r" b="b"/>
            <a:pathLst>
              <a:path w="3490912" h="577850">
                <a:moveTo>
                  <a:pt x="63500" y="0"/>
                </a:moveTo>
                <a:lnTo>
                  <a:pt x="3427413" y="0"/>
                </a:lnTo>
                <a:cubicBezTo>
                  <a:pt x="3462483" y="0"/>
                  <a:pt x="3490912" y="28430"/>
                  <a:pt x="3490912" y="63500"/>
                </a:cubicBezTo>
                <a:lnTo>
                  <a:pt x="3490912" y="514350"/>
                </a:lnTo>
                <a:cubicBezTo>
                  <a:pt x="3490912" y="549420"/>
                  <a:pt x="3462483" y="577850"/>
                  <a:pt x="3427413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478834" y="6084573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9947" y="115863"/>
                </a:moveTo>
                <a:lnTo>
                  <a:pt x="7169" y="118095"/>
                </a:lnTo>
                <a:cubicBezTo>
                  <a:pt x="6375" y="118715"/>
                  <a:pt x="5407" y="119063"/>
                  <a:pt x="4415" y="119063"/>
                </a:cubicBezTo>
                <a:cubicBezTo>
                  <a:pt x="1984" y="119063"/>
                  <a:pt x="0" y="117078"/>
                  <a:pt x="0" y="114647"/>
                </a:cubicBezTo>
                <a:lnTo>
                  <a:pt x="0" y="47625"/>
                </a:lnTo>
                <a:cubicBezTo>
                  <a:pt x="0" y="21332"/>
                  <a:pt x="21332" y="0"/>
                  <a:pt x="47625" y="0"/>
                </a:cubicBezTo>
                <a:cubicBezTo>
                  <a:pt x="73918" y="0"/>
                  <a:pt x="95250" y="21332"/>
                  <a:pt x="95250" y="47625"/>
                </a:cubicBezTo>
                <a:lnTo>
                  <a:pt x="95250" y="114647"/>
                </a:lnTo>
                <a:cubicBezTo>
                  <a:pt x="95250" y="117078"/>
                  <a:pt x="93266" y="119063"/>
                  <a:pt x="90835" y="119063"/>
                </a:cubicBezTo>
                <a:cubicBezTo>
                  <a:pt x="89843" y="119063"/>
                  <a:pt x="88875" y="118715"/>
                  <a:pt x="88081" y="118095"/>
                </a:cubicBezTo>
                <a:lnTo>
                  <a:pt x="85303" y="115863"/>
                </a:lnTo>
                <a:cubicBezTo>
                  <a:pt x="81979" y="113209"/>
                  <a:pt x="77167" y="113630"/>
                  <a:pt x="74364" y="116830"/>
                </a:cubicBezTo>
                <a:lnTo>
                  <a:pt x="66799" y="125512"/>
                </a:lnTo>
                <a:cubicBezTo>
                  <a:pt x="65980" y="126454"/>
                  <a:pt x="64765" y="127000"/>
                  <a:pt x="63500" y="127000"/>
                </a:cubicBezTo>
                <a:cubicBezTo>
                  <a:pt x="62235" y="127000"/>
                  <a:pt x="61044" y="126454"/>
                  <a:pt x="60201" y="125512"/>
                </a:cubicBezTo>
                <a:lnTo>
                  <a:pt x="53603" y="117946"/>
                </a:lnTo>
                <a:cubicBezTo>
                  <a:pt x="50453" y="114325"/>
                  <a:pt x="44822" y="114325"/>
                  <a:pt x="41647" y="117946"/>
                </a:cubicBezTo>
                <a:lnTo>
                  <a:pt x="35049" y="125512"/>
                </a:lnTo>
                <a:cubicBezTo>
                  <a:pt x="34230" y="126454"/>
                  <a:pt x="33015" y="127000"/>
                  <a:pt x="31750" y="127000"/>
                </a:cubicBezTo>
                <a:cubicBezTo>
                  <a:pt x="30485" y="127000"/>
                  <a:pt x="29294" y="126454"/>
                  <a:pt x="28451" y="125512"/>
                </a:cubicBezTo>
                <a:lnTo>
                  <a:pt x="20886" y="116830"/>
                </a:lnTo>
                <a:cubicBezTo>
                  <a:pt x="18083" y="113630"/>
                  <a:pt x="13271" y="113209"/>
                  <a:pt x="9947" y="115863"/>
                </a:cubicBezTo>
                <a:close/>
                <a:moveTo>
                  <a:pt x="39688" y="47625"/>
                </a:moveTo>
                <a:cubicBezTo>
                  <a:pt x="39688" y="43244"/>
                  <a:pt x="36131" y="39688"/>
                  <a:pt x="31750" y="39688"/>
                </a:cubicBezTo>
                <a:cubicBezTo>
                  <a:pt x="27369" y="39688"/>
                  <a:pt x="23812" y="43244"/>
                  <a:pt x="23812" y="47625"/>
                </a:cubicBezTo>
                <a:cubicBezTo>
                  <a:pt x="23812" y="52006"/>
                  <a:pt x="27369" y="55563"/>
                  <a:pt x="31750" y="55563"/>
                </a:cubicBezTo>
                <a:cubicBezTo>
                  <a:pt x="36131" y="55563"/>
                  <a:pt x="39688" y="52006"/>
                  <a:pt x="39688" y="47625"/>
                </a:cubicBezTo>
                <a:close/>
                <a:moveTo>
                  <a:pt x="63500" y="55563"/>
                </a:moveTo>
                <a:cubicBezTo>
                  <a:pt x="67881" y="55563"/>
                  <a:pt x="71438" y="52006"/>
                  <a:pt x="71438" y="47625"/>
                </a:cubicBezTo>
                <a:cubicBezTo>
                  <a:pt x="71438" y="43244"/>
                  <a:pt x="67881" y="39688"/>
                  <a:pt x="63500" y="39688"/>
                </a:cubicBezTo>
                <a:cubicBezTo>
                  <a:pt x="59119" y="39688"/>
                  <a:pt x="55563" y="43244"/>
                  <a:pt x="55563" y="47625"/>
                </a:cubicBezTo>
                <a:cubicBezTo>
                  <a:pt x="55563" y="52006"/>
                  <a:pt x="59119" y="55563"/>
                  <a:pt x="63500" y="55563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82" name="Text 80"/>
          <p:cNvSpPr/>
          <p:nvPr/>
        </p:nvSpPr>
        <p:spPr>
          <a:xfrm>
            <a:off x="4669334" y="6052823"/>
            <a:ext cx="119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Гонка с призраком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4447084" y="6275073"/>
            <a:ext cx="3349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Сравнение расходов с предыдущим периодом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109942" y="1050925"/>
            <a:ext cx="3760787" cy="4606927"/>
          </a:xfrm>
          <a:custGeom>
            <a:avLst/>
            <a:gdLst/>
            <a:ahLst/>
            <a:cxnLst/>
            <a:rect l="l" t="t" r="r" b="b"/>
            <a:pathLst>
              <a:path w="3760787" h="5776913">
                <a:moveTo>
                  <a:pt x="95261" y="0"/>
                </a:moveTo>
                <a:lnTo>
                  <a:pt x="3665527" y="0"/>
                </a:lnTo>
                <a:cubicBezTo>
                  <a:pt x="3718138" y="0"/>
                  <a:pt x="3760787" y="42650"/>
                  <a:pt x="3760787" y="95261"/>
                </a:cubicBezTo>
                <a:lnTo>
                  <a:pt x="3760787" y="5681652"/>
                </a:lnTo>
                <a:cubicBezTo>
                  <a:pt x="3760787" y="5734263"/>
                  <a:pt x="3718138" y="5776913"/>
                  <a:pt x="3665527" y="5776913"/>
                </a:cubicBezTo>
                <a:lnTo>
                  <a:pt x="95261" y="5776913"/>
                </a:lnTo>
                <a:cubicBezTo>
                  <a:pt x="42650" y="5776913"/>
                  <a:pt x="0" y="5734263"/>
                  <a:pt x="0" y="5681652"/>
                </a:cubicBezTo>
                <a:lnTo>
                  <a:pt x="0" y="95261"/>
                </a:lnTo>
                <a:cubicBezTo>
                  <a:pt x="0" y="42685"/>
                  <a:pt x="42685" y="0"/>
                  <a:pt x="95261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40117" y="11811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86" name="Shape 84"/>
          <p:cNvSpPr/>
          <p:nvPr/>
        </p:nvSpPr>
        <p:spPr>
          <a:xfrm>
            <a:off x="8335367" y="12763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87" name="Text 85"/>
          <p:cNvSpPr/>
          <p:nvPr/>
        </p:nvSpPr>
        <p:spPr>
          <a:xfrm>
            <a:off x="8716367" y="1260477"/>
            <a:ext cx="1905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Интерфейс приложения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8243292" y="1660527"/>
            <a:ext cx="3490912" cy="1371600"/>
          </a:xfrm>
          <a:custGeom>
            <a:avLst/>
            <a:gdLst/>
            <a:ahLst/>
            <a:cxnLst/>
            <a:rect l="l" t="t" r="r" b="b"/>
            <a:pathLst>
              <a:path w="3490912" h="1371600">
                <a:moveTo>
                  <a:pt x="63505" y="0"/>
                </a:moveTo>
                <a:lnTo>
                  <a:pt x="3427407" y="0"/>
                </a:lnTo>
                <a:cubicBezTo>
                  <a:pt x="3462480" y="0"/>
                  <a:pt x="3490912" y="28432"/>
                  <a:pt x="3490912" y="63505"/>
                </a:cubicBezTo>
                <a:lnTo>
                  <a:pt x="3490912" y="1308095"/>
                </a:lnTo>
                <a:cubicBezTo>
                  <a:pt x="3490912" y="1343168"/>
                  <a:pt x="3462480" y="1371600"/>
                  <a:pt x="3427407" y="1371600"/>
                </a:cubicBezTo>
                <a:lnTo>
                  <a:pt x="63505" y="1371600"/>
                </a:lnTo>
                <a:cubicBezTo>
                  <a:pt x="28432" y="1371600"/>
                  <a:pt x="0" y="1343168"/>
                  <a:pt x="0" y="13080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341718" y="179070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90" name="Shape 88"/>
          <p:cNvSpPr/>
          <p:nvPr/>
        </p:nvSpPr>
        <p:spPr>
          <a:xfrm>
            <a:off x="8421093" y="1870076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8754468" y="1758951"/>
            <a:ext cx="1698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Экран "Обзор"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8754468" y="1981201"/>
            <a:ext cx="1682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Главный экран со статистикой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8359577" y="2235201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94" name="Text 92"/>
          <p:cNvSpPr/>
          <p:nvPr/>
        </p:nvSpPr>
        <p:spPr>
          <a:xfrm>
            <a:off x="8524280" y="2203451"/>
            <a:ext cx="215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Круговая диаграмма расходов/доходов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8359577" y="2425701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96" name="Text 94"/>
          <p:cNvSpPr/>
          <p:nvPr/>
        </p:nvSpPr>
        <p:spPr>
          <a:xfrm>
            <a:off x="8524280" y="2393951"/>
            <a:ext cx="253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Финансовая сводка (баланс, доходы, расходы)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8359577" y="2616201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98" name="Text 96"/>
          <p:cNvSpPr/>
          <p:nvPr/>
        </p:nvSpPr>
        <p:spPr>
          <a:xfrm>
            <a:off x="8524280" y="2584451"/>
            <a:ext cx="142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Фильтрация по периодам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8359577" y="2806701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00" name="Text 98"/>
          <p:cNvSpPr/>
          <p:nvPr/>
        </p:nvSpPr>
        <p:spPr>
          <a:xfrm>
            <a:off x="8524280" y="2774951"/>
            <a:ext cx="189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Прогресс-бар "Гонка с призраком"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8243292" y="3101974"/>
            <a:ext cx="3490912" cy="1181100"/>
          </a:xfrm>
          <a:custGeom>
            <a:avLst/>
            <a:gdLst/>
            <a:ahLst/>
            <a:cxnLst/>
            <a:rect l="l" t="t" r="r" b="b"/>
            <a:pathLst>
              <a:path w="3490912" h="1181100">
                <a:moveTo>
                  <a:pt x="63496" y="0"/>
                </a:moveTo>
                <a:lnTo>
                  <a:pt x="3427417" y="0"/>
                </a:lnTo>
                <a:cubicBezTo>
                  <a:pt x="3462484" y="0"/>
                  <a:pt x="3490912" y="28428"/>
                  <a:pt x="3490912" y="63496"/>
                </a:cubicBezTo>
                <a:lnTo>
                  <a:pt x="3490912" y="1117604"/>
                </a:lnTo>
                <a:cubicBezTo>
                  <a:pt x="3490912" y="1152672"/>
                  <a:pt x="3462484" y="1181100"/>
                  <a:pt x="3427417" y="1181100"/>
                </a:cubicBezTo>
                <a:lnTo>
                  <a:pt x="63496" y="1181100"/>
                </a:lnTo>
                <a:cubicBezTo>
                  <a:pt x="28428" y="1181100"/>
                  <a:pt x="0" y="1152672"/>
                  <a:pt x="0" y="11176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341718" y="32321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411171" y="3311527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19844"/>
                </a:moveTo>
                <a:cubicBezTo>
                  <a:pt x="122163" y="19844"/>
                  <a:pt x="148828" y="46509"/>
                  <a:pt x="148828" y="79375"/>
                </a:cubicBezTo>
                <a:cubicBezTo>
                  <a:pt x="148828" y="112241"/>
                  <a:pt x="122163" y="138906"/>
                  <a:pt x="89297" y="138906"/>
                </a:cubicBezTo>
                <a:cubicBezTo>
                  <a:pt x="69081" y="138906"/>
                  <a:pt x="51191" y="128829"/>
                  <a:pt x="40432" y="113388"/>
                </a:cubicBezTo>
                <a:cubicBezTo>
                  <a:pt x="37300" y="108893"/>
                  <a:pt x="31099" y="107807"/>
                  <a:pt x="26603" y="110939"/>
                </a:cubicBezTo>
                <a:cubicBezTo>
                  <a:pt x="22107" y="114071"/>
                  <a:pt x="21022" y="120272"/>
                  <a:pt x="24154" y="124768"/>
                </a:cubicBezTo>
                <a:cubicBezTo>
                  <a:pt x="38478" y="145293"/>
                  <a:pt x="62322" y="158750"/>
                  <a:pt x="89297" y="158750"/>
                </a:cubicBezTo>
                <a:cubicBezTo>
                  <a:pt x="133139" y="158750"/>
                  <a:pt x="168672" y="123217"/>
                  <a:pt x="168672" y="79375"/>
                </a:cubicBezTo>
                <a:cubicBezTo>
                  <a:pt x="168672" y="35533"/>
                  <a:pt x="133139" y="0"/>
                  <a:pt x="89297" y="0"/>
                </a:cubicBezTo>
                <a:cubicBezTo>
                  <a:pt x="62725" y="0"/>
                  <a:pt x="39222" y="13053"/>
                  <a:pt x="24805" y="33083"/>
                </a:cubicBezTo>
                <a:lnTo>
                  <a:pt x="24805" y="24805"/>
                </a:lnTo>
                <a:cubicBezTo>
                  <a:pt x="24805" y="19317"/>
                  <a:pt x="20371" y="14883"/>
                  <a:pt x="14883" y="14883"/>
                </a:cubicBezTo>
                <a:cubicBezTo>
                  <a:pt x="9395" y="14883"/>
                  <a:pt x="4961" y="19317"/>
                  <a:pt x="4961" y="24805"/>
                </a:cubicBezTo>
                <a:lnTo>
                  <a:pt x="4961" y="59531"/>
                </a:lnTo>
                <a:cubicBezTo>
                  <a:pt x="4961" y="65019"/>
                  <a:pt x="9395" y="69453"/>
                  <a:pt x="14883" y="69453"/>
                </a:cubicBezTo>
                <a:lnTo>
                  <a:pt x="22510" y="69453"/>
                </a:lnTo>
                <a:cubicBezTo>
                  <a:pt x="22665" y="69453"/>
                  <a:pt x="22820" y="69453"/>
                  <a:pt x="22975" y="69453"/>
                </a:cubicBezTo>
                <a:lnTo>
                  <a:pt x="49640" y="69453"/>
                </a:lnTo>
                <a:cubicBezTo>
                  <a:pt x="55128" y="69453"/>
                  <a:pt x="59562" y="65019"/>
                  <a:pt x="59562" y="59531"/>
                </a:cubicBezTo>
                <a:cubicBezTo>
                  <a:pt x="59562" y="54043"/>
                  <a:pt x="55128" y="49609"/>
                  <a:pt x="49640" y="49609"/>
                </a:cubicBezTo>
                <a:lnTo>
                  <a:pt x="37765" y="49609"/>
                </a:lnTo>
                <a:cubicBezTo>
                  <a:pt x="48028" y="31812"/>
                  <a:pt x="67283" y="19844"/>
                  <a:pt x="89297" y="19844"/>
                </a:cubicBezTo>
                <a:close/>
                <a:moveTo>
                  <a:pt x="96738" y="47129"/>
                </a:moveTo>
                <a:cubicBezTo>
                  <a:pt x="96738" y="43005"/>
                  <a:pt x="93421" y="39688"/>
                  <a:pt x="89297" y="39688"/>
                </a:cubicBezTo>
                <a:cubicBezTo>
                  <a:pt x="85173" y="39688"/>
                  <a:pt x="81855" y="43005"/>
                  <a:pt x="81855" y="47129"/>
                </a:cubicBezTo>
                <a:lnTo>
                  <a:pt x="81855" y="79375"/>
                </a:lnTo>
                <a:cubicBezTo>
                  <a:pt x="81855" y="81359"/>
                  <a:pt x="82631" y="83251"/>
                  <a:pt x="84026" y="84646"/>
                </a:cubicBezTo>
                <a:lnTo>
                  <a:pt x="106350" y="106970"/>
                </a:lnTo>
                <a:cubicBezTo>
                  <a:pt x="109265" y="109885"/>
                  <a:pt x="113978" y="109885"/>
                  <a:pt x="116861" y="106970"/>
                </a:cubicBezTo>
                <a:cubicBezTo>
                  <a:pt x="119745" y="104056"/>
                  <a:pt x="119776" y="99343"/>
                  <a:pt x="116861" y="96459"/>
                </a:cubicBezTo>
                <a:lnTo>
                  <a:pt x="96707" y="76305"/>
                </a:lnTo>
                <a:lnTo>
                  <a:pt x="96707" y="47129"/>
                </a:ln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104" name="Text 102"/>
          <p:cNvSpPr/>
          <p:nvPr/>
        </p:nvSpPr>
        <p:spPr>
          <a:xfrm>
            <a:off x="8754468" y="3200402"/>
            <a:ext cx="142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Экран "История"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8754468" y="3422652"/>
            <a:ext cx="141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Полный список операций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8359577" y="3676652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07" name="Text 105"/>
          <p:cNvSpPr/>
          <p:nvPr/>
        </p:nvSpPr>
        <p:spPr>
          <a:xfrm>
            <a:off x="8524280" y="3644902"/>
            <a:ext cx="1754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Список всех операций с датами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8359577" y="3867152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09" name="Text 107"/>
          <p:cNvSpPr/>
          <p:nvPr/>
        </p:nvSpPr>
        <p:spPr>
          <a:xfrm>
            <a:off x="8524280" y="3835402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Кнопки редактирования и удаления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8359577" y="4057652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11" name="Text 109"/>
          <p:cNvSpPr/>
          <p:nvPr/>
        </p:nvSpPr>
        <p:spPr>
          <a:xfrm>
            <a:off x="8524280" y="4025902"/>
            <a:ext cx="170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Фильтрация по типу и периоду</a:t>
            </a:r>
            <a:endParaRPr lang="en-US" sz="1600" dirty="0"/>
          </a:p>
        </p:txBody>
      </p:sp>
      <p:sp>
        <p:nvSpPr>
          <p:cNvPr id="112" name="Shape 110"/>
          <p:cNvSpPr/>
          <p:nvPr/>
        </p:nvSpPr>
        <p:spPr>
          <a:xfrm>
            <a:off x="8243292" y="4352925"/>
            <a:ext cx="3490912" cy="1181100"/>
          </a:xfrm>
          <a:custGeom>
            <a:avLst/>
            <a:gdLst/>
            <a:ahLst/>
            <a:cxnLst/>
            <a:rect l="l" t="t" r="r" b="b"/>
            <a:pathLst>
              <a:path w="3490912" h="1181100">
                <a:moveTo>
                  <a:pt x="63496" y="0"/>
                </a:moveTo>
                <a:lnTo>
                  <a:pt x="3427417" y="0"/>
                </a:lnTo>
                <a:cubicBezTo>
                  <a:pt x="3462484" y="0"/>
                  <a:pt x="3490912" y="28428"/>
                  <a:pt x="3490912" y="63496"/>
                </a:cubicBezTo>
                <a:lnTo>
                  <a:pt x="3490912" y="1117604"/>
                </a:lnTo>
                <a:cubicBezTo>
                  <a:pt x="3490912" y="1152672"/>
                  <a:pt x="3462484" y="1181100"/>
                  <a:pt x="3427417" y="1181100"/>
                </a:cubicBezTo>
                <a:lnTo>
                  <a:pt x="63496" y="1181100"/>
                </a:lnTo>
                <a:cubicBezTo>
                  <a:pt x="28428" y="1181100"/>
                  <a:pt x="0" y="1152672"/>
                  <a:pt x="0" y="11176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341718" y="448310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421093" y="456247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0492" y="2946"/>
                </a:moveTo>
                <a:cubicBezTo>
                  <a:pt x="61423" y="-1643"/>
                  <a:pt x="65484" y="-4961"/>
                  <a:pt x="70197" y="-4961"/>
                </a:cubicBezTo>
                <a:lnTo>
                  <a:pt x="88739" y="-4961"/>
                </a:lnTo>
                <a:cubicBezTo>
                  <a:pt x="93452" y="-4961"/>
                  <a:pt x="97513" y="-1643"/>
                  <a:pt x="98444" y="2946"/>
                </a:cubicBezTo>
                <a:lnTo>
                  <a:pt x="102939" y="24650"/>
                </a:lnTo>
                <a:cubicBezTo>
                  <a:pt x="107311" y="26510"/>
                  <a:pt x="111404" y="28897"/>
                  <a:pt x="115125" y="31719"/>
                </a:cubicBezTo>
                <a:lnTo>
                  <a:pt x="136147" y="24743"/>
                </a:lnTo>
                <a:cubicBezTo>
                  <a:pt x="140612" y="23254"/>
                  <a:pt x="145510" y="25115"/>
                  <a:pt x="147867" y="29208"/>
                </a:cubicBezTo>
                <a:lnTo>
                  <a:pt x="157138" y="45269"/>
                </a:lnTo>
                <a:cubicBezTo>
                  <a:pt x="159494" y="49361"/>
                  <a:pt x="158657" y="54508"/>
                  <a:pt x="155122" y="57640"/>
                </a:cubicBezTo>
                <a:lnTo>
                  <a:pt x="138596" y="72337"/>
                </a:lnTo>
                <a:cubicBezTo>
                  <a:pt x="138875" y="74631"/>
                  <a:pt x="138999" y="76988"/>
                  <a:pt x="138999" y="79375"/>
                </a:cubicBezTo>
                <a:cubicBezTo>
                  <a:pt x="138999" y="81762"/>
                  <a:pt x="138844" y="84119"/>
                  <a:pt x="138596" y="86413"/>
                </a:cubicBezTo>
                <a:lnTo>
                  <a:pt x="155153" y="101141"/>
                </a:lnTo>
                <a:cubicBezTo>
                  <a:pt x="158688" y="104273"/>
                  <a:pt x="159494" y="109451"/>
                  <a:pt x="157169" y="113512"/>
                </a:cubicBezTo>
                <a:lnTo>
                  <a:pt x="147898" y="129573"/>
                </a:lnTo>
                <a:cubicBezTo>
                  <a:pt x="145542" y="133635"/>
                  <a:pt x="140643" y="135527"/>
                  <a:pt x="136178" y="134038"/>
                </a:cubicBezTo>
                <a:lnTo>
                  <a:pt x="115156" y="127062"/>
                </a:lnTo>
                <a:cubicBezTo>
                  <a:pt x="111404" y="129884"/>
                  <a:pt x="107311" y="132240"/>
                  <a:pt x="102970" y="134131"/>
                </a:cubicBezTo>
                <a:lnTo>
                  <a:pt x="98506" y="155804"/>
                </a:lnTo>
                <a:cubicBezTo>
                  <a:pt x="97544" y="160424"/>
                  <a:pt x="93483" y="163711"/>
                  <a:pt x="88801" y="163711"/>
                </a:cubicBezTo>
                <a:lnTo>
                  <a:pt x="70259" y="163711"/>
                </a:lnTo>
                <a:cubicBezTo>
                  <a:pt x="65546" y="163711"/>
                  <a:pt x="61485" y="160393"/>
                  <a:pt x="60554" y="155804"/>
                </a:cubicBezTo>
                <a:lnTo>
                  <a:pt x="56090" y="134131"/>
                </a:lnTo>
                <a:cubicBezTo>
                  <a:pt x="51718" y="132271"/>
                  <a:pt x="47656" y="129884"/>
                  <a:pt x="43904" y="127062"/>
                </a:cubicBezTo>
                <a:lnTo>
                  <a:pt x="22789" y="134038"/>
                </a:lnTo>
                <a:cubicBezTo>
                  <a:pt x="18324" y="135527"/>
                  <a:pt x="13426" y="133666"/>
                  <a:pt x="11069" y="129573"/>
                </a:cubicBezTo>
                <a:lnTo>
                  <a:pt x="1798" y="113512"/>
                </a:lnTo>
                <a:cubicBezTo>
                  <a:pt x="-558" y="109420"/>
                  <a:pt x="279" y="104273"/>
                  <a:pt x="3814" y="101141"/>
                </a:cubicBezTo>
                <a:lnTo>
                  <a:pt x="20371" y="86413"/>
                </a:lnTo>
                <a:cubicBezTo>
                  <a:pt x="20092" y="84119"/>
                  <a:pt x="19968" y="81762"/>
                  <a:pt x="19968" y="79375"/>
                </a:cubicBezTo>
                <a:cubicBezTo>
                  <a:pt x="19968" y="76988"/>
                  <a:pt x="20123" y="74631"/>
                  <a:pt x="20371" y="72337"/>
                </a:cubicBezTo>
                <a:lnTo>
                  <a:pt x="3814" y="57609"/>
                </a:lnTo>
                <a:cubicBezTo>
                  <a:pt x="279" y="54477"/>
                  <a:pt x="-527" y="49299"/>
                  <a:pt x="1798" y="45238"/>
                </a:cubicBezTo>
                <a:lnTo>
                  <a:pt x="11069" y="29177"/>
                </a:lnTo>
                <a:cubicBezTo>
                  <a:pt x="13426" y="25084"/>
                  <a:pt x="18324" y="23223"/>
                  <a:pt x="22789" y="24712"/>
                </a:cubicBezTo>
                <a:lnTo>
                  <a:pt x="43811" y="31688"/>
                </a:lnTo>
                <a:cubicBezTo>
                  <a:pt x="47563" y="28866"/>
                  <a:pt x="51656" y="26510"/>
                  <a:pt x="55997" y="24619"/>
                </a:cubicBezTo>
                <a:lnTo>
                  <a:pt x="60492" y="2946"/>
                </a:lnTo>
                <a:close/>
                <a:moveTo>
                  <a:pt x="79468" y="104180"/>
                </a:moveTo>
                <a:cubicBezTo>
                  <a:pt x="88330" y="104146"/>
                  <a:pt x="96501" y="99388"/>
                  <a:pt x="100903" y="91697"/>
                </a:cubicBezTo>
                <a:cubicBezTo>
                  <a:pt x="105305" y="84006"/>
                  <a:pt x="105270" y="74550"/>
                  <a:pt x="100810" y="66892"/>
                </a:cubicBezTo>
                <a:cubicBezTo>
                  <a:pt x="96350" y="59234"/>
                  <a:pt x="88144" y="54537"/>
                  <a:pt x="79282" y="54570"/>
                </a:cubicBezTo>
                <a:cubicBezTo>
                  <a:pt x="70420" y="54604"/>
                  <a:pt x="62249" y="59362"/>
                  <a:pt x="57847" y="67053"/>
                </a:cubicBezTo>
                <a:cubicBezTo>
                  <a:pt x="53445" y="74744"/>
                  <a:pt x="53480" y="84200"/>
                  <a:pt x="57940" y="91858"/>
                </a:cubicBezTo>
                <a:cubicBezTo>
                  <a:pt x="62400" y="99516"/>
                  <a:pt x="70606" y="104213"/>
                  <a:pt x="79468" y="10418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115" name="Text 113"/>
          <p:cNvSpPr/>
          <p:nvPr/>
        </p:nvSpPr>
        <p:spPr>
          <a:xfrm>
            <a:off x="8754468" y="4451352"/>
            <a:ext cx="141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Экран "Настройки"</a:t>
            </a:r>
            <a:endParaRPr lang="en-US" sz="1600" dirty="0"/>
          </a:p>
        </p:txBody>
      </p:sp>
      <p:sp>
        <p:nvSpPr>
          <p:cNvPr id="116" name="Text 114"/>
          <p:cNvSpPr/>
          <p:nvPr/>
        </p:nvSpPr>
        <p:spPr>
          <a:xfrm>
            <a:off x="8754468" y="4673602"/>
            <a:ext cx="139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Управление категориями</a:t>
            </a:r>
            <a:endParaRPr lang="en-US" sz="1600" dirty="0"/>
          </a:p>
        </p:txBody>
      </p:sp>
      <p:sp>
        <p:nvSpPr>
          <p:cNvPr id="117" name="Shape 115"/>
          <p:cNvSpPr/>
          <p:nvPr/>
        </p:nvSpPr>
        <p:spPr>
          <a:xfrm>
            <a:off x="8359577" y="4927602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18" name="Text 116"/>
          <p:cNvSpPr/>
          <p:nvPr/>
        </p:nvSpPr>
        <p:spPr>
          <a:xfrm>
            <a:off x="8524280" y="4895852"/>
            <a:ext cx="2103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Список категорий доходов и расходов</a:t>
            </a:r>
            <a:endParaRPr lang="en-US" sz="1600" dirty="0"/>
          </a:p>
        </p:txBody>
      </p:sp>
      <p:sp>
        <p:nvSpPr>
          <p:cNvPr id="119" name="Shape 117"/>
          <p:cNvSpPr/>
          <p:nvPr/>
        </p:nvSpPr>
        <p:spPr>
          <a:xfrm>
            <a:off x="8359577" y="5118102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20" name="Text 118"/>
          <p:cNvSpPr/>
          <p:nvPr/>
        </p:nvSpPr>
        <p:spPr>
          <a:xfrm>
            <a:off x="8524280" y="5086352"/>
            <a:ext cx="162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Добавление новых категорий</a:t>
            </a:r>
            <a:endParaRPr lang="en-US" sz="1600" dirty="0"/>
          </a:p>
        </p:txBody>
      </p:sp>
      <p:sp>
        <p:nvSpPr>
          <p:cNvPr id="121" name="Shape 119"/>
          <p:cNvSpPr/>
          <p:nvPr/>
        </p:nvSpPr>
        <p:spPr>
          <a:xfrm>
            <a:off x="8359577" y="5308602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22" name="Text 120"/>
          <p:cNvSpPr/>
          <p:nvPr/>
        </p:nvSpPr>
        <p:spPr>
          <a:xfrm>
            <a:off x="8524280" y="5276852"/>
            <a:ext cx="1825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Удаление категорий с проверкой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49250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15875" y="0"/>
                </a:moveTo>
                <a:lnTo>
                  <a:pt x="15875" y="0"/>
                </a:lnTo>
                <a:cubicBezTo>
                  <a:pt x="24637" y="0"/>
                  <a:pt x="31750" y="7113"/>
                  <a:pt x="31750" y="15875"/>
                </a:cubicBezTo>
                <a:lnTo>
                  <a:pt x="31750" y="238125"/>
                </a:lnTo>
                <a:cubicBezTo>
                  <a:pt x="31750" y="246887"/>
                  <a:pt x="24637" y="254000"/>
                  <a:pt x="15875" y="254000"/>
                </a:cubicBezTo>
                <a:lnTo>
                  <a:pt x="15875" y="254000"/>
                </a:lnTo>
                <a:cubicBezTo>
                  <a:pt x="7113" y="254000"/>
                  <a:pt x="0" y="246887"/>
                  <a:pt x="0" y="23812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1992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Тестирование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698500"/>
            <a:ext cx="1150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Методы, сценарии и результаты тестирования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019175"/>
            <a:ext cx="5705475" cy="2379663"/>
          </a:xfrm>
          <a:custGeom>
            <a:avLst/>
            <a:gdLst/>
            <a:ahLst/>
            <a:cxnLst/>
            <a:rect l="l" t="t" r="r" b="b"/>
            <a:pathLst>
              <a:path w="5705475" h="2379663">
                <a:moveTo>
                  <a:pt x="95258" y="0"/>
                </a:moveTo>
                <a:lnTo>
                  <a:pt x="5610217" y="0"/>
                </a:lnTo>
                <a:cubicBezTo>
                  <a:pt x="5662827" y="0"/>
                  <a:pt x="5705475" y="42648"/>
                  <a:pt x="5705475" y="95258"/>
                </a:cubicBezTo>
                <a:lnTo>
                  <a:pt x="5705475" y="2284405"/>
                </a:lnTo>
                <a:cubicBezTo>
                  <a:pt x="5705475" y="2337014"/>
                  <a:pt x="5662827" y="2379663"/>
                  <a:pt x="5610217" y="2379663"/>
                </a:cubicBezTo>
                <a:lnTo>
                  <a:pt x="95258" y="2379663"/>
                </a:lnTo>
                <a:cubicBezTo>
                  <a:pt x="42648" y="2379663"/>
                  <a:pt x="0" y="2337014"/>
                  <a:pt x="0" y="2284405"/>
                </a:cubicBezTo>
                <a:lnTo>
                  <a:pt x="0" y="95258"/>
                </a:lnTo>
                <a:cubicBezTo>
                  <a:pt x="0" y="42648"/>
                  <a:pt x="42648" y="0"/>
                  <a:pt x="95258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0850" y="11493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6100" y="12446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8" name="Text 6"/>
          <p:cNvSpPr/>
          <p:nvPr/>
        </p:nvSpPr>
        <p:spPr>
          <a:xfrm>
            <a:off x="927100" y="1228727"/>
            <a:ext cx="177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Методы тестирования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4025" y="1628777"/>
            <a:ext cx="2673350" cy="768350"/>
          </a:xfrm>
          <a:custGeom>
            <a:avLst/>
            <a:gdLst/>
            <a:ahLst/>
            <a:cxnLst/>
            <a:rect l="l" t="t" r="r" b="b"/>
            <a:pathLst>
              <a:path w="2673350" h="768350">
                <a:moveTo>
                  <a:pt x="63496" y="0"/>
                </a:moveTo>
                <a:lnTo>
                  <a:pt x="2609854" y="0"/>
                </a:lnTo>
                <a:cubicBezTo>
                  <a:pt x="2644922" y="0"/>
                  <a:pt x="2673350" y="28428"/>
                  <a:pt x="2673350" y="63496"/>
                </a:cubicBezTo>
                <a:lnTo>
                  <a:pt x="2673350" y="704854"/>
                </a:lnTo>
                <a:cubicBezTo>
                  <a:pt x="2673350" y="739922"/>
                  <a:pt x="2644922" y="768350"/>
                  <a:pt x="2609854" y="768350"/>
                </a:cubicBezTo>
                <a:lnTo>
                  <a:pt x="63496" y="768350"/>
                </a:lnTo>
                <a:cubicBezTo>
                  <a:pt x="28428" y="768350"/>
                  <a:pt x="0" y="739922"/>
                  <a:pt x="0" y="704854"/>
                </a:cubicBezTo>
                <a:lnTo>
                  <a:pt x="0" y="63496"/>
                </a:lnTo>
                <a:cubicBezTo>
                  <a:pt x="0" y="28428"/>
                  <a:pt x="28428" y="0"/>
                  <a:pt x="63496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0387" y="1758951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89495" y="298"/>
                </a:moveTo>
                <a:cubicBezTo>
                  <a:pt x="85279" y="-918"/>
                  <a:pt x="80888" y="1538"/>
                  <a:pt x="79673" y="5755"/>
                </a:cubicBezTo>
                <a:lnTo>
                  <a:pt x="47923" y="116880"/>
                </a:lnTo>
                <a:cubicBezTo>
                  <a:pt x="46707" y="121096"/>
                  <a:pt x="49163" y="125487"/>
                  <a:pt x="53380" y="126702"/>
                </a:cubicBezTo>
                <a:cubicBezTo>
                  <a:pt x="57596" y="127918"/>
                  <a:pt x="61987" y="125462"/>
                  <a:pt x="63202" y="121245"/>
                </a:cubicBezTo>
                <a:lnTo>
                  <a:pt x="94952" y="10120"/>
                </a:lnTo>
                <a:cubicBezTo>
                  <a:pt x="96168" y="5904"/>
                  <a:pt x="93712" y="1513"/>
                  <a:pt x="89495" y="298"/>
                </a:cubicBezTo>
                <a:close/>
                <a:moveTo>
                  <a:pt x="105519" y="34057"/>
                </a:moveTo>
                <a:cubicBezTo>
                  <a:pt x="102419" y="37157"/>
                  <a:pt x="102419" y="42193"/>
                  <a:pt x="105519" y="45293"/>
                </a:cubicBezTo>
                <a:lnTo>
                  <a:pt x="123726" y="63500"/>
                </a:lnTo>
                <a:lnTo>
                  <a:pt x="105519" y="81707"/>
                </a:lnTo>
                <a:cubicBezTo>
                  <a:pt x="102419" y="84807"/>
                  <a:pt x="102419" y="89843"/>
                  <a:pt x="105519" y="92943"/>
                </a:cubicBezTo>
                <a:cubicBezTo>
                  <a:pt x="108620" y="96044"/>
                  <a:pt x="113655" y="96044"/>
                  <a:pt x="116756" y="92943"/>
                </a:cubicBezTo>
                <a:lnTo>
                  <a:pt x="140568" y="69131"/>
                </a:lnTo>
                <a:cubicBezTo>
                  <a:pt x="143669" y="66030"/>
                  <a:pt x="143669" y="60995"/>
                  <a:pt x="140568" y="57894"/>
                </a:cubicBezTo>
                <a:lnTo>
                  <a:pt x="116756" y="34082"/>
                </a:lnTo>
                <a:cubicBezTo>
                  <a:pt x="113655" y="30981"/>
                  <a:pt x="108620" y="30981"/>
                  <a:pt x="105519" y="34082"/>
                </a:cubicBezTo>
                <a:close/>
                <a:moveTo>
                  <a:pt x="37381" y="34057"/>
                </a:moveTo>
                <a:cubicBezTo>
                  <a:pt x="34280" y="30956"/>
                  <a:pt x="29245" y="30956"/>
                  <a:pt x="26144" y="34057"/>
                </a:cubicBezTo>
                <a:lnTo>
                  <a:pt x="2332" y="57869"/>
                </a:lnTo>
                <a:cubicBezTo>
                  <a:pt x="-769" y="60970"/>
                  <a:pt x="-769" y="66005"/>
                  <a:pt x="2332" y="69106"/>
                </a:cubicBezTo>
                <a:lnTo>
                  <a:pt x="26144" y="92918"/>
                </a:lnTo>
                <a:cubicBezTo>
                  <a:pt x="29245" y="96019"/>
                  <a:pt x="34280" y="96019"/>
                  <a:pt x="37381" y="92918"/>
                </a:cubicBezTo>
                <a:cubicBezTo>
                  <a:pt x="40481" y="89818"/>
                  <a:pt x="40481" y="84782"/>
                  <a:pt x="37381" y="81682"/>
                </a:cubicBezTo>
                <a:lnTo>
                  <a:pt x="19174" y="63500"/>
                </a:lnTo>
                <a:lnTo>
                  <a:pt x="37356" y="45293"/>
                </a:lnTo>
                <a:cubicBezTo>
                  <a:pt x="40456" y="42193"/>
                  <a:pt x="40456" y="37157"/>
                  <a:pt x="37356" y="34057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774700" y="1727201"/>
            <a:ext cx="74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Модульное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2450" y="1981201"/>
            <a:ext cx="2532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JUnit 5 для тестирования отдельных компонентов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25800" y="1628777"/>
            <a:ext cx="2673350" cy="768350"/>
          </a:xfrm>
          <a:custGeom>
            <a:avLst/>
            <a:gdLst/>
            <a:ahLst/>
            <a:cxnLst/>
            <a:rect l="l" t="t" r="r" b="b"/>
            <a:pathLst>
              <a:path w="2673350" h="768350">
                <a:moveTo>
                  <a:pt x="63496" y="0"/>
                </a:moveTo>
                <a:lnTo>
                  <a:pt x="2609854" y="0"/>
                </a:lnTo>
                <a:cubicBezTo>
                  <a:pt x="2644922" y="0"/>
                  <a:pt x="2673350" y="28428"/>
                  <a:pt x="2673350" y="63496"/>
                </a:cubicBezTo>
                <a:lnTo>
                  <a:pt x="2673350" y="704854"/>
                </a:lnTo>
                <a:cubicBezTo>
                  <a:pt x="2673350" y="739922"/>
                  <a:pt x="2644922" y="768350"/>
                  <a:pt x="2609854" y="768350"/>
                </a:cubicBezTo>
                <a:lnTo>
                  <a:pt x="63496" y="768350"/>
                </a:lnTo>
                <a:cubicBezTo>
                  <a:pt x="28428" y="768350"/>
                  <a:pt x="0" y="739922"/>
                  <a:pt x="0" y="704854"/>
                </a:cubicBezTo>
                <a:lnTo>
                  <a:pt x="0" y="63496"/>
                </a:lnTo>
                <a:cubicBezTo>
                  <a:pt x="0" y="28428"/>
                  <a:pt x="28428" y="0"/>
                  <a:pt x="63496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40100" y="175895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5563" y="0"/>
                </a:moveTo>
                <a:cubicBezTo>
                  <a:pt x="64319" y="0"/>
                  <a:pt x="71438" y="5333"/>
                  <a:pt x="71438" y="11906"/>
                </a:cubicBezTo>
                <a:cubicBezTo>
                  <a:pt x="71438" y="14486"/>
                  <a:pt x="70346" y="16867"/>
                  <a:pt x="68461" y="18827"/>
                </a:cubicBezTo>
                <a:cubicBezTo>
                  <a:pt x="66824" y="20538"/>
                  <a:pt x="65484" y="22622"/>
                  <a:pt x="65484" y="25003"/>
                </a:cubicBezTo>
                <a:cubicBezTo>
                  <a:pt x="65484" y="28724"/>
                  <a:pt x="68511" y="31750"/>
                  <a:pt x="72231" y="31750"/>
                </a:cubicBezTo>
                <a:lnTo>
                  <a:pt x="83344" y="31750"/>
                </a:lnTo>
                <a:cubicBezTo>
                  <a:pt x="89917" y="31750"/>
                  <a:pt x="95250" y="37083"/>
                  <a:pt x="95250" y="43656"/>
                </a:cubicBezTo>
                <a:lnTo>
                  <a:pt x="95250" y="54769"/>
                </a:lnTo>
                <a:cubicBezTo>
                  <a:pt x="95250" y="58489"/>
                  <a:pt x="98276" y="61516"/>
                  <a:pt x="101997" y="61516"/>
                </a:cubicBezTo>
                <a:cubicBezTo>
                  <a:pt x="104353" y="61516"/>
                  <a:pt x="106462" y="60176"/>
                  <a:pt x="108173" y="58539"/>
                </a:cubicBezTo>
                <a:cubicBezTo>
                  <a:pt x="110133" y="56679"/>
                  <a:pt x="112514" y="55563"/>
                  <a:pt x="115094" y="55563"/>
                </a:cubicBezTo>
                <a:cubicBezTo>
                  <a:pt x="121667" y="55563"/>
                  <a:pt x="127000" y="62681"/>
                  <a:pt x="127000" y="71438"/>
                </a:cubicBezTo>
                <a:cubicBezTo>
                  <a:pt x="127000" y="80194"/>
                  <a:pt x="121667" y="87313"/>
                  <a:pt x="115094" y="87313"/>
                </a:cubicBezTo>
                <a:cubicBezTo>
                  <a:pt x="112514" y="87313"/>
                  <a:pt x="110108" y="86221"/>
                  <a:pt x="108173" y="84336"/>
                </a:cubicBezTo>
                <a:cubicBezTo>
                  <a:pt x="106462" y="82699"/>
                  <a:pt x="104378" y="81359"/>
                  <a:pt x="101997" y="81359"/>
                </a:cubicBezTo>
                <a:cubicBezTo>
                  <a:pt x="98276" y="81359"/>
                  <a:pt x="95250" y="84386"/>
                  <a:pt x="95250" y="88106"/>
                </a:cubicBezTo>
                <a:lnTo>
                  <a:pt x="95250" y="115094"/>
                </a:lnTo>
                <a:cubicBezTo>
                  <a:pt x="95250" y="121667"/>
                  <a:pt x="89917" y="127000"/>
                  <a:pt x="83344" y="127000"/>
                </a:cubicBezTo>
                <a:lnTo>
                  <a:pt x="69255" y="127000"/>
                </a:lnTo>
                <a:cubicBezTo>
                  <a:pt x="66080" y="127000"/>
                  <a:pt x="63500" y="124420"/>
                  <a:pt x="63500" y="121245"/>
                </a:cubicBezTo>
                <a:cubicBezTo>
                  <a:pt x="63500" y="118963"/>
                  <a:pt x="64939" y="116954"/>
                  <a:pt x="66774" y="115590"/>
                </a:cubicBezTo>
                <a:cubicBezTo>
                  <a:pt x="69652" y="113432"/>
                  <a:pt x="71438" y="110455"/>
                  <a:pt x="71438" y="107156"/>
                </a:cubicBezTo>
                <a:cubicBezTo>
                  <a:pt x="71438" y="100583"/>
                  <a:pt x="64319" y="95250"/>
                  <a:pt x="55563" y="95250"/>
                </a:cubicBezTo>
                <a:cubicBezTo>
                  <a:pt x="46806" y="95250"/>
                  <a:pt x="39688" y="100583"/>
                  <a:pt x="39688" y="107156"/>
                </a:cubicBezTo>
                <a:cubicBezTo>
                  <a:pt x="39688" y="110455"/>
                  <a:pt x="41473" y="113432"/>
                  <a:pt x="44351" y="115590"/>
                </a:cubicBezTo>
                <a:cubicBezTo>
                  <a:pt x="46186" y="116954"/>
                  <a:pt x="47625" y="118938"/>
                  <a:pt x="47625" y="121245"/>
                </a:cubicBezTo>
                <a:cubicBezTo>
                  <a:pt x="47625" y="124420"/>
                  <a:pt x="45045" y="127000"/>
                  <a:pt x="41870" y="127000"/>
                </a:cubicBezTo>
                <a:lnTo>
                  <a:pt x="11906" y="127000"/>
                </a:lnTo>
                <a:cubicBezTo>
                  <a:pt x="5333" y="127000"/>
                  <a:pt x="0" y="121667"/>
                  <a:pt x="0" y="115094"/>
                </a:cubicBezTo>
                <a:lnTo>
                  <a:pt x="0" y="85130"/>
                </a:lnTo>
                <a:cubicBezTo>
                  <a:pt x="0" y="81955"/>
                  <a:pt x="2580" y="79375"/>
                  <a:pt x="5755" y="79375"/>
                </a:cubicBezTo>
                <a:cubicBezTo>
                  <a:pt x="8037" y="79375"/>
                  <a:pt x="10046" y="80814"/>
                  <a:pt x="11410" y="82649"/>
                </a:cubicBezTo>
                <a:cubicBezTo>
                  <a:pt x="13568" y="85527"/>
                  <a:pt x="16545" y="87313"/>
                  <a:pt x="19844" y="87313"/>
                </a:cubicBezTo>
                <a:cubicBezTo>
                  <a:pt x="26417" y="87313"/>
                  <a:pt x="31750" y="80194"/>
                  <a:pt x="31750" y="71438"/>
                </a:cubicBezTo>
                <a:cubicBezTo>
                  <a:pt x="31750" y="62681"/>
                  <a:pt x="26417" y="55563"/>
                  <a:pt x="19844" y="55563"/>
                </a:cubicBezTo>
                <a:cubicBezTo>
                  <a:pt x="16545" y="55563"/>
                  <a:pt x="13568" y="57348"/>
                  <a:pt x="11410" y="60226"/>
                </a:cubicBezTo>
                <a:cubicBezTo>
                  <a:pt x="10046" y="62061"/>
                  <a:pt x="8062" y="63500"/>
                  <a:pt x="5755" y="63500"/>
                </a:cubicBezTo>
                <a:cubicBezTo>
                  <a:pt x="2580" y="63500"/>
                  <a:pt x="0" y="60920"/>
                  <a:pt x="0" y="57745"/>
                </a:cubicBezTo>
                <a:lnTo>
                  <a:pt x="0" y="43656"/>
                </a:lnTo>
                <a:cubicBezTo>
                  <a:pt x="0" y="37083"/>
                  <a:pt x="5333" y="31750"/>
                  <a:pt x="11906" y="31750"/>
                </a:cubicBezTo>
                <a:lnTo>
                  <a:pt x="38894" y="31750"/>
                </a:lnTo>
                <a:cubicBezTo>
                  <a:pt x="42614" y="31750"/>
                  <a:pt x="45641" y="28724"/>
                  <a:pt x="45641" y="25003"/>
                </a:cubicBezTo>
                <a:cubicBezTo>
                  <a:pt x="45641" y="22647"/>
                  <a:pt x="44301" y="20538"/>
                  <a:pt x="42664" y="18827"/>
                </a:cubicBezTo>
                <a:cubicBezTo>
                  <a:pt x="40804" y="16867"/>
                  <a:pt x="39688" y="14486"/>
                  <a:pt x="39688" y="11906"/>
                </a:cubicBezTo>
                <a:cubicBezTo>
                  <a:pt x="39688" y="5333"/>
                  <a:pt x="46806" y="0"/>
                  <a:pt x="55563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15" name="Text 13"/>
          <p:cNvSpPr/>
          <p:nvPr/>
        </p:nvSpPr>
        <p:spPr>
          <a:xfrm>
            <a:off x="3546475" y="1727201"/>
            <a:ext cx="107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Интеграционное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24225" y="1981201"/>
            <a:ext cx="253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Проверка взаимодействия модулей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4025" y="2498724"/>
            <a:ext cx="2673350" cy="768350"/>
          </a:xfrm>
          <a:custGeom>
            <a:avLst/>
            <a:gdLst/>
            <a:ahLst/>
            <a:cxnLst/>
            <a:rect l="l" t="t" r="r" b="b"/>
            <a:pathLst>
              <a:path w="2673350" h="768350">
                <a:moveTo>
                  <a:pt x="63496" y="0"/>
                </a:moveTo>
                <a:lnTo>
                  <a:pt x="2609854" y="0"/>
                </a:lnTo>
                <a:cubicBezTo>
                  <a:pt x="2644922" y="0"/>
                  <a:pt x="2673350" y="28428"/>
                  <a:pt x="2673350" y="63496"/>
                </a:cubicBezTo>
                <a:lnTo>
                  <a:pt x="2673350" y="704854"/>
                </a:lnTo>
                <a:cubicBezTo>
                  <a:pt x="2673350" y="739922"/>
                  <a:pt x="2644922" y="768350"/>
                  <a:pt x="2609854" y="768350"/>
                </a:cubicBezTo>
                <a:lnTo>
                  <a:pt x="63496" y="768350"/>
                </a:lnTo>
                <a:cubicBezTo>
                  <a:pt x="28428" y="768350"/>
                  <a:pt x="0" y="739922"/>
                  <a:pt x="0" y="704854"/>
                </a:cubicBezTo>
                <a:lnTo>
                  <a:pt x="0" y="63496"/>
                </a:lnTo>
                <a:cubicBezTo>
                  <a:pt x="0" y="28428"/>
                  <a:pt x="28428" y="0"/>
                  <a:pt x="63496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8325" y="26289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87313"/>
                </a:lnTo>
                <a:cubicBezTo>
                  <a:pt x="0" y="96069"/>
                  <a:pt x="7119" y="103188"/>
                  <a:pt x="15875" y="103188"/>
                </a:cubicBezTo>
                <a:lnTo>
                  <a:pt x="51594" y="103188"/>
                </a:lnTo>
                <a:lnTo>
                  <a:pt x="47625" y="115094"/>
                </a:lnTo>
                <a:lnTo>
                  <a:pt x="29766" y="115094"/>
                </a:lnTo>
                <a:cubicBezTo>
                  <a:pt x="26467" y="115094"/>
                  <a:pt x="23812" y="117748"/>
                  <a:pt x="23812" y="121047"/>
                </a:cubicBezTo>
                <a:cubicBezTo>
                  <a:pt x="23812" y="124346"/>
                  <a:pt x="26467" y="127000"/>
                  <a:pt x="29766" y="127000"/>
                </a:cubicBezTo>
                <a:lnTo>
                  <a:pt x="97234" y="127000"/>
                </a:lnTo>
                <a:cubicBezTo>
                  <a:pt x="100533" y="127000"/>
                  <a:pt x="103188" y="124346"/>
                  <a:pt x="103188" y="121047"/>
                </a:cubicBezTo>
                <a:cubicBezTo>
                  <a:pt x="103188" y="117748"/>
                  <a:pt x="100533" y="115094"/>
                  <a:pt x="97234" y="115094"/>
                </a:cubicBezTo>
                <a:lnTo>
                  <a:pt x="79375" y="115094"/>
                </a:lnTo>
                <a:lnTo>
                  <a:pt x="75406" y="103188"/>
                </a:lnTo>
                <a:lnTo>
                  <a:pt x="111125" y="103188"/>
                </a:lnTo>
                <a:cubicBezTo>
                  <a:pt x="119881" y="103188"/>
                  <a:pt x="127000" y="96069"/>
                  <a:pt x="127000" y="87313"/>
                </a:cubicBezTo>
                <a:lnTo>
                  <a:pt x="127000" y="23812"/>
                </a:lnTo>
                <a:cubicBezTo>
                  <a:pt x="127000" y="15056"/>
                  <a:pt x="119881" y="7938"/>
                  <a:pt x="111125" y="7938"/>
                </a:cubicBezTo>
                <a:lnTo>
                  <a:pt x="15875" y="7938"/>
                </a:lnTo>
                <a:close/>
                <a:moveTo>
                  <a:pt x="23812" y="23812"/>
                </a:moveTo>
                <a:lnTo>
                  <a:pt x="103188" y="23812"/>
                </a:lnTo>
                <a:cubicBezTo>
                  <a:pt x="107578" y="23812"/>
                  <a:pt x="111125" y="27360"/>
                  <a:pt x="111125" y="31750"/>
                </a:cubicBezTo>
                <a:lnTo>
                  <a:pt x="111125" y="71438"/>
                </a:lnTo>
                <a:cubicBezTo>
                  <a:pt x="111125" y="75828"/>
                  <a:pt x="107578" y="79375"/>
                  <a:pt x="103188" y="79375"/>
                </a:cubicBezTo>
                <a:lnTo>
                  <a:pt x="23812" y="79375"/>
                </a:lnTo>
                <a:cubicBezTo>
                  <a:pt x="19422" y="79375"/>
                  <a:pt x="15875" y="75828"/>
                  <a:pt x="15875" y="71438"/>
                </a:cubicBezTo>
                <a:lnTo>
                  <a:pt x="15875" y="31750"/>
                </a:lnTo>
                <a:cubicBezTo>
                  <a:pt x="15875" y="27360"/>
                  <a:pt x="19422" y="23812"/>
                  <a:pt x="23812" y="23812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19" name="Text 17"/>
          <p:cNvSpPr/>
          <p:nvPr/>
        </p:nvSpPr>
        <p:spPr>
          <a:xfrm>
            <a:off x="774700" y="2597152"/>
            <a:ext cx="107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UI-тестирование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2450" y="2851152"/>
            <a:ext cx="253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Compose UI Test для проверки интерфейса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25800" y="2498724"/>
            <a:ext cx="2673350" cy="768350"/>
          </a:xfrm>
          <a:custGeom>
            <a:avLst/>
            <a:gdLst/>
            <a:ahLst/>
            <a:cxnLst/>
            <a:rect l="l" t="t" r="r" b="b"/>
            <a:pathLst>
              <a:path w="2673350" h="768350">
                <a:moveTo>
                  <a:pt x="63496" y="0"/>
                </a:moveTo>
                <a:lnTo>
                  <a:pt x="2609854" y="0"/>
                </a:lnTo>
                <a:cubicBezTo>
                  <a:pt x="2644922" y="0"/>
                  <a:pt x="2673350" y="28428"/>
                  <a:pt x="2673350" y="63496"/>
                </a:cubicBezTo>
                <a:lnTo>
                  <a:pt x="2673350" y="704854"/>
                </a:lnTo>
                <a:cubicBezTo>
                  <a:pt x="2673350" y="739922"/>
                  <a:pt x="2644922" y="768350"/>
                  <a:pt x="2609854" y="768350"/>
                </a:cubicBezTo>
                <a:lnTo>
                  <a:pt x="63496" y="768350"/>
                </a:lnTo>
                <a:cubicBezTo>
                  <a:pt x="28428" y="768350"/>
                  <a:pt x="0" y="739922"/>
                  <a:pt x="0" y="704854"/>
                </a:cubicBezTo>
                <a:lnTo>
                  <a:pt x="0" y="63496"/>
                </a:lnTo>
                <a:cubicBezTo>
                  <a:pt x="0" y="28428"/>
                  <a:pt x="28428" y="0"/>
                  <a:pt x="63496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40100" y="26289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  <a:moveTo>
                  <a:pt x="71438" y="23812"/>
                </a:moveTo>
                <a:cubicBezTo>
                  <a:pt x="71438" y="19432"/>
                  <a:pt x="67881" y="15875"/>
                  <a:pt x="63500" y="15875"/>
                </a:cubicBezTo>
                <a:cubicBezTo>
                  <a:pt x="59119" y="15875"/>
                  <a:pt x="55563" y="19432"/>
                  <a:pt x="55563" y="23812"/>
                </a:cubicBezTo>
                <a:cubicBezTo>
                  <a:pt x="55563" y="28193"/>
                  <a:pt x="59119" y="31750"/>
                  <a:pt x="63500" y="31750"/>
                </a:cubicBezTo>
                <a:cubicBezTo>
                  <a:pt x="67881" y="31750"/>
                  <a:pt x="71438" y="28193"/>
                  <a:pt x="71438" y="23812"/>
                </a:cubicBezTo>
                <a:close/>
                <a:moveTo>
                  <a:pt x="63500" y="103188"/>
                </a:moveTo>
                <a:cubicBezTo>
                  <a:pt x="72256" y="103188"/>
                  <a:pt x="79375" y="96069"/>
                  <a:pt x="79375" y="87313"/>
                </a:cubicBezTo>
                <a:cubicBezTo>
                  <a:pt x="79375" y="83294"/>
                  <a:pt x="77887" y="79598"/>
                  <a:pt x="75406" y="76820"/>
                </a:cubicBezTo>
                <a:lnTo>
                  <a:pt x="92646" y="42366"/>
                </a:lnTo>
                <a:cubicBezTo>
                  <a:pt x="94109" y="39415"/>
                  <a:pt x="92918" y="35843"/>
                  <a:pt x="89991" y="34379"/>
                </a:cubicBezTo>
                <a:cubicBezTo>
                  <a:pt x="87064" y="32916"/>
                  <a:pt x="83468" y="34106"/>
                  <a:pt x="82004" y="37033"/>
                </a:cubicBezTo>
                <a:lnTo>
                  <a:pt x="64765" y="71487"/>
                </a:lnTo>
                <a:cubicBezTo>
                  <a:pt x="64343" y="71462"/>
                  <a:pt x="63922" y="71438"/>
                  <a:pt x="63500" y="71438"/>
                </a:cubicBezTo>
                <a:cubicBezTo>
                  <a:pt x="54744" y="71438"/>
                  <a:pt x="47625" y="78556"/>
                  <a:pt x="47625" y="87313"/>
                </a:cubicBezTo>
                <a:cubicBezTo>
                  <a:pt x="47625" y="96069"/>
                  <a:pt x="54744" y="103188"/>
                  <a:pt x="63500" y="103188"/>
                </a:cubicBezTo>
                <a:close/>
                <a:moveTo>
                  <a:pt x="43656" y="35719"/>
                </a:moveTo>
                <a:cubicBezTo>
                  <a:pt x="43656" y="31338"/>
                  <a:pt x="40100" y="27781"/>
                  <a:pt x="35719" y="27781"/>
                </a:cubicBezTo>
                <a:cubicBezTo>
                  <a:pt x="31338" y="27781"/>
                  <a:pt x="27781" y="31338"/>
                  <a:pt x="27781" y="35719"/>
                </a:cubicBezTo>
                <a:cubicBezTo>
                  <a:pt x="27781" y="40100"/>
                  <a:pt x="31338" y="43656"/>
                  <a:pt x="35719" y="43656"/>
                </a:cubicBezTo>
                <a:cubicBezTo>
                  <a:pt x="40100" y="43656"/>
                  <a:pt x="43656" y="40100"/>
                  <a:pt x="43656" y="35719"/>
                </a:cubicBezTo>
                <a:close/>
                <a:moveTo>
                  <a:pt x="23812" y="71438"/>
                </a:moveTo>
                <a:cubicBezTo>
                  <a:pt x="28193" y="71438"/>
                  <a:pt x="31750" y="67881"/>
                  <a:pt x="31750" y="63500"/>
                </a:cubicBezTo>
                <a:cubicBezTo>
                  <a:pt x="31750" y="59119"/>
                  <a:pt x="28193" y="55563"/>
                  <a:pt x="23812" y="55563"/>
                </a:cubicBezTo>
                <a:cubicBezTo>
                  <a:pt x="19432" y="55563"/>
                  <a:pt x="15875" y="59119"/>
                  <a:pt x="15875" y="63500"/>
                </a:cubicBezTo>
                <a:cubicBezTo>
                  <a:pt x="15875" y="67881"/>
                  <a:pt x="19432" y="71438"/>
                  <a:pt x="23812" y="71438"/>
                </a:cubicBezTo>
                <a:close/>
                <a:moveTo>
                  <a:pt x="111125" y="63500"/>
                </a:moveTo>
                <a:cubicBezTo>
                  <a:pt x="111125" y="59119"/>
                  <a:pt x="107568" y="55563"/>
                  <a:pt x="103188" y="55563"/>
                </a:cubicBezTo>
                <a:cubicBezTo>
                  <a:pt x="98807" y="55563"/>
                  <a:pt x="95250" y="59119"/>
                  <a:pt x="95250" y="63500"/>
                </a:cubicBezTo>
                <a:cubicBezTo>
                  <a:pt x="95250" y="67881"/>
                  <a:pt x="98807" y="71438"/>
                  <a:pt x="103188" y="71438"/>
                </a:cubicBezTo>
                <a:cubicBezTo>
                  <a:pt x="107568" y="71438"/>
                  <a:pt x="111125" y="67881"/>
                  <a:pt x="111125" y="635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3546475" y="2597152"/>
            <a:ext cx="84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Нагрузочное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24225" y="2851152"/>
            <a:ext cx="2532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JMeter для проверки производительности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0675" y="3533777"/>
            <a:ext cx="5705475" cy="2759075"/>
          </a:xfrm>
          <a:custGeom>
            <a:avLst/>
            <a:gdLst/>
            <a:ahLst/>
            <a:cxnLst/>
            <a:rect l="l" t="t" r="r" b="b"/>
            <a:pathLst>
              <a:path w="5705475" h="3602037">
                <a:moveTo>
                  <a:pt x="95238" y="0"/>
                </a:moveTo>
                <a:lnTo>
                  <a:pt x="5610237" y="0"/>
                </a:lnTo>
                <a:cubicBezTo>
                  <a:pt x="5662836" y="0"/>
                  <a:pt x="5705475" y="42639"/>
                  <a:pt x="5705475" y="95238"/>
                </a:cubicBezTo>
                <a:lnTo>
                  <a:pt x="5705475" y="3506800"/>
                </a:lnTo>
                <a:cubicBezTo>
                  <a:pt x="5705475" y="3559398"/>
                  <a:pt x="5662836" y="3602037"/>
                  <a:pt x="5610237" y="3602037"/>
                </a:cubicBezTo>
                <a:lnTo>
                  <a:pt x="95238" y="3602037"/>
                </a:lnTo>
                <a:cubicBezTo>
                  <a:pt x="42639" y="3602037"/>
                  <a:pt x="0" y="3559398"/>
                  <a:pt x="0" y="3506800"/>
                </a:cubicBezTo>
                <a:lnTo>
                  <a:pt x="0" y="95238"/>
                </a:lnTo>
                <a:cubicBezTo>
                  <a:pt x="0" y="42639"/>
                  <a:pt x="42639" y="0"/>
                  <a:pt x="9523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20000"/>
                </a:srgbClr>
              </a:gs>
              <a:gs pos="100000">
                <a:srgbClr val="2176FF">
                  <a:alpha val="20000"/>
                </a:srgbClr>
              </a:gs>
            </a:gsLst>
            <a:lin ang="2700000" scaled="1"/>
          </a:gradFill>
          <a:ln w="1016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366" y="3663951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144828" y="14883"/>
                </a:moveTo>
                <a:lnTo>
                  <a:pt x="148828" y="14883"/>
                </a:lnTo>
                <a:cubicBezTo>
                  <a:pt x="165246" y="14883"/>
                  <a:pt x="178594" y="28231"/>
                  <a:pt x="178594" y="44648"/>
                </a:cubicBezTo>
                <a:lnTo>
                  <a:pt x="178594" y="208359"/>
                </a:lnTo>
                <a:cubicBezTo>
                  <a:pt x="178594" y="224777"/>
                  <a:pt x="165246" y="238125"/>
                  <a:pt x="148828" y="238125"/>
                </a:cubicBezTo>
                <a:lnTo>
                  <a:pt x="29766" y="238125"/>
                </a:lnTo>
                <a:cubicBezTo>
                  <a:pt x="13348" y="238125"/>
                  <a:pt x="0" y="224777"/>
                  <a:pt x="0" y="208359"/>
                </a:cubicBezTo>
                <a:lnTo>
                  <a:pt x="0" y="44648"/>
                </a:lnTo>
                <a:cubicBezTo>
                  <a:pt x="0" y="28231"/>
                  <a:pt x="13348" y="14883"/>
                  <a:pt x="29766" y="14883"/>
                </a:cubicBezTo>
                <a:lnTo>
                  <a:pt x="33765" y="14883"/>
                </a:lnTo>
                <a:cubicBezTo>
                  <a:pt x="38881" y="6000"/>
                  <a:pt x="48509" y="0"/>
                  <a:pt x="59531" y="0"/>
                </a:cubicBezTo>
                <a:lnTo>
                  <a:pt x="119062" y="0"/>
                </a:lnTo>
                <a:cubicBezTo>
                  <a:pt x="130085" y="0"/>
                  <a:pt x="139712" y="6000"/>
                  <a:pt x="144828" y="14883"/>
                </a:cubicBezTo>
                <a:close/>
                <a:moveTo>
                  <a:pt x="115342" y="52090"/>
                </a:moveTo>
                <a:cubicBezTo>
                  <a:pt x="121527" y="52090"/>
                  <a:pt x="126504" y="47113"/>
                  <a:pt x="126504" y="40928"/>
                </a:cubicBezTo>
                <a:cubicBezTo>
                  <a:pt x="126504" y="34742"/>
                  <a:pt x="121527" y="29766"/>
                  <a:pt x="115342" y="29766"/>
                </a:cubicBezTo>
                <a:lnTo>
                  <a:pt x="63252" y="29766"/>
                </a:lnTo>
                <a:cubicBezTo>
                  <a:pt x="57066" y="29766"/>
                  <a:pt x="52090" y="34742"/>
                  <a:pt x="52090" y="40928"/>
                </a:cubicBezTo>
                <a:cubicBezTo>
                  <a:pt x="52090" y="47113"/>
                  <a:pt x="57066" y="52090"/>
                  <a:pt x="63252" y="52090"/>
                </a:cubicBezTo>
                <a:lnTo>
                  <a:pt x="115342" y="52090"/>
                </a:lnTo>
                <a:close/>
                <a:moveTo>
                  <a:pt x="128550" y="121248"/>
                </a:moveTo>
                <a:cubicBezTo>
                  <a:pt x="131806" y="116039"/>
                  <a:pt x="130225" y="109156"/>
                  <a:pt x="125016" y="105854"/>
                </a:cubicBezTo>
                <a:cubicBezTo>
                  <a:pt x="119807" y="102552"/>
                  <a:pt x="112923" y="104180"/>
                  <a:pt x="109621" y="109389"/>
                </a:cubicBezTo>
                <a:lnTo>
                  <a:pt x="81065" y="155107"/>
                </a:lnTo>
                <a:lnTo>
                  <a:pt x="68507" y="138364"/>
                </a:lnTo>
                <a:cubicBezTo>
                  <a:pt x="64787" y="133434"/>
                  <a:pt x="57810" y="132411"/>
                  <a:pt x="52880" y="136131"/>
                </a:cubicBezTo>
                <a:cubicBezTo>
                  <a:pt x="47951" y="139852"/>
                  <a:pt x="46927" y="146828"/>
                  <a:pt x="50648" y="151758"/>
                </a:cubicBezTo>
                <a:lnTo>
                  <a:pt x="72972" y="181524"/>
                </a:lnTo>
                <a:cubicBezTo>
                  <a:pt x="75158" y="184454"/>
                  <a:pt x="78693" y="186128"/>
                  <a:pt x="82367" y="185989"/>
                </a:cubicBezTo>
                <a:cubicBezTo>
                  <a:pt x="86041" y="185849"/>
                  <a:pt x="89390" y="183896"/>
                  <a:pt x="91343" y="180733"/>
                </a:cubicBezTo>
                <a:lnTo>
                  <a:pt x="128550" y="121202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843756" y="3671888"/>
            <a:ext cx="203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Результаты тестирования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0850" y="3997326"/>
            <a:ext cx="2674938" cy="666750"/>
          </a:xfrm>
          <a:custGeom>
            <a:avLst/>
            <a:gdLst/>
            <a:ahLst/>
            <a:cxnLst/>
            <a:rect l="l" t="t" r="r" b="b"/>
            <a:pathLst>
              <a:path w="2674938" h="666750">
                <a:moveTo>
                  <a:pt x="63501" y="0"/>
                </a:moveTo>
                <a:lnTo>
                  <a:pt x="2611436" y="0"/>
                </a:lnTo>
                <a:cubicBezTo>
                  <a:pt x="2646507" y="0"/>
                  <a:pt x="2674938" y="28430"/>
                  <a:pt x="2674938" y="63501"/>
                </a:cubicBezTo>
                <a:lnTo>
                  <a:pt x="2674938" y="603249"/>
                </a:lnTo>
                <a:cubicBezTo>
                  <a:pt x="2674938" y="638320"/>
                  <a:pt x="2646507" y="666750"/>
                  <a:pt x="2611436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E1E1E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74663" y="4092576"/>
            <a:ext cx="2627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10/10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8319" y="4410076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Тест-кейсов пройдено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22625" y="3997326"/>
            <a:ext cx="2674938" cy="666750"/>
          </a:xfrm>
          <a:custGeom>
            <a:avLst/>
            <a:gdLst/>
            <a:ahLst/>
            <a:cxnLst/>
            <a:rect l="l" t="t" r="r" b="b"/>
            <a:pathLst>
              <a:path w="2674938" h="666750">
                <a:moveTo>
                  <a:pt x="63501" y="0"/>
                </a:moveTo>
                <a:lnTo>
                  <a:pt x="2611436" y="0"/>
                </a:lnTo>
                <a:cubicBezTo>
                  <a:pt x="2646507" y="0"/>
                  <a:pt x="2674938" y="28430"/>
                  <a:pt x="2674938" y="63501"/>
                </a:cubicBezTo>
                <a:lnTo>
                  <a:pt x="2674938" y="603249"/>
                </a:lnTo>
                <a:cubicBezTo>
                  <a:pt x="2674938" y="638320"/>
                  <a:pt x="2646507" y="666750"/>
                  <a:pt x="2611436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E1E1E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246438" y="4092576"/>
            <a:ext cx="2627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90094" y="4410076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Успешность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6725" y="479107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5" name="Text 33"/>
          <p:cNvSpPr/>
          <p:nvPr/>
        </p:nvSpPr>
        <p:spPr>
          <a:xfrm>
            <a:off x="673100" y="4759326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 функциональные требования покрыты тестами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66725" y="504507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7" name="Text 35"/>
          <p:cNvSpPr/>
          <p:nvPr/>
        </p:nvSpPr>
        <p:spPr>
          <a:xfrm>
            <a:off x="673100" y="5013326"/>
            <a:ext cx="278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Время отклика &lt;300мс (требование &lt;500мс)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66725" y="529907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9" name="Text 37"/>
          <p:cNvSpPr/>
          <p:nvPr/>
        </p:nvSpPr>
        <p:spPr>
          <a:xfrm>
            <a:off x="673100" y="5267326"/>
            <a:ext cx="246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Валидация данных работает корректно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66725" y="555307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1" name="Text 39"/>
          <p:cNvSpPr/>
          <p:nvPr/>
        </p:nvSpPr>
        <p:spPr>
          <a:xfrm>
            <a:off x="673100" y="5521326"/>
            <a:ext cx="2532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Защита от SQL-инъекций подтверждена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62675" y="1019175"/>
            <a:ext cx="5705475" cy="5640705"/>
          </a:xfrm>
          <a:custGeom>
            <a:avLst/>
            <a:gdLst/>
            <a:ahLst/>
            <a:cxnLst/>
            <a:rect l="l" t="t" r="r" b="b"/>
            <a:pathLst>
              <a:path w="5705475" h="6118225">
                <a:moveTo>
                  <a:pt x="95224" y="0"/>
                </a:moveTo>
                <a:lnTo>
                  <a:pt x="5610251" y="0"/>
                </a:lnTo>
                <a:cubicBezTo>
                  <a:pt x="5662842" y="0"/>
                  <a:pt x="5705475" y="42633"/>
                  <a:pt x="5705475" y="95224"/>
                </a:cubicBezTo>
                <a:lnTo>
                  <a:pt x="5705475" y="6023001"/>
                </a:lnTo>
                <a:cubicBezTo>
                  <a:pt x="5705475" y="6075592"/>
                  <a:pt x="5662842" y="6118225"/>
                  <a:pt x="5610251" y="6118225"/>
                </a:cubicBezTo>
                <a:lnTo>
                  <a:pt x="95224" y="6118225"/>
                </a:lnTo>
                <a:cubicBezTo>
                  <a:pt x="42633" y="6118225"/>
                  <a:pt x="0" y="6075592"/>
                  <a:pt x="0" y="6023001"/>
                </a:cubicBezTo>
                <a:lnTo>
                  <a:pt x="0" y="95224"/>
                </a:lnTo>
                <a:cubicBezTo>
                  <a:pt x="0" y="42669"/>
                  <a:pt x="42669" y="0"/>
                  <a:pt x="95224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2850" y="1149352"/>
            <a:ext cx="5524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Тестовые сценарии (Test Cases)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08725" y="1466852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412752"/>
                </a:lnTo>
                <a:cubicBezTo>
                  <a:pt x="5429250" y="447821"/>
                  <a:pt x="5400821" y="476250"/>
                  <a:pt x="5365752" y="476250"/>
                </a:cubicBez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45" name="Shape 43"/>
          <p:cNvSpPr/>
          <p:nvPr/>
        </p:nvSpPr>
        <p:spPr>
          <a:xfrm>
            <a:off x="6308725" y="1466852"/>
            <a:ext cx="31750" cy="476250"/>
          </a:xfrm>
          <a:custGeom>
            <a:avLst/>
            <a:gdLst/>
            <a:ahLst/>
            <a:cxnLst/>
            <a:rect l="l" t="t" r="r" b="b"/>
            <a:pathLst>
              <a:path w="31750" h="476250">
                <a:moveTo>
                  <a:pt x="31750" y="0"/>
                </a:moveTo>
                <a:lnTo>
                  <a:pt x="31750" y="0"/>
                </a:lnTo>
                <a:lnTo>
                  <a:pt x="31750" y="476250"/>
                </a:ln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6" name="Text 44"/>
          <p:cNvSpPr/>
          <p:nvPr/>
        </p:nvSpPr>
        <p:spPr>
          <a:xfrm>
            <a:off x="6388100" y="1530352"/>
            <a:ext cx="2230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TC-01: Добавление операции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88100" y="1720852"/>
            <a:ext cx="2222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Позитивный сценарий создания расхода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023004" y="1593852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1023004" y="1593852"/>
            <a:ext cx="706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Пройден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08725" y="1974852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412752"/>
                </a:lnTo>
                <a:cubicBezTo>
                  <a:pt x="5429250" y="447821"/>
                  <a:pt x="5400821" y="476250"/>
                  <a:pt x="5365752" y="476250"/>
                </a:cubicBez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51" name="Shape 49"/>
          <p:cNvSpPr/>
          <p:nvPr/>
        </p:nvSpPr>
        <p:spPr>
          <a:xfrm>
            <a:off x="6308725" y="1974852"/>
            <a:ext cx="31750" cy="476250"/>
          </a:xfrm>
          <a:custGeom>
            <a:avLst/>
            <a:gdLst/>
            <a:ahLst/>
            <a:cxnLst/>
            <a:rect l="l" t="t" r="r" b="b"/>
            <a:pathLst>
              <a:path w="31750" h="476250">
                <a:moveTo>
                  <a:pt x="31750" y="0"/>
                </a:moveTo>
                <a:lnTo>
                  <a:pt x="31750" y="0"/>
                </a:lnTo>
                <a:lnTo>
                  <a:pt x="31750" y="476250"/>
                </a:ln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2" name="Text 50"/>
          <p:cNvSpPr/>
          <p:nvPr/>
        </p:nvSpPr>
        <p:spPr>
          <a:xfrm>
            <a:off x="6388100" y="2038352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TC-02: Валидация суммы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88100" y="2228852"/>
            <a:ext cx="258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Негативный сценарий с отрицательной суммой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023004" y="2101852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1023004" y="2101852"/>
            <a:ext cx="706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Пройден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08725" y="2482852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412752"/>
                </a:lnTo>
                <a:cubicBezTo>
                  <a:pt x="5429250" y="447821"/>
                  <a:pt x="5400821" y="476250"/>
                  <a:pt x="5365752" y="476250"/>
                </a:cubicBez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57" name="Shape 55"/>
          <p:cNvSpPr/>
          <p:nvPr/>
        </p:nvSpPr>
        <p:spPr>
          <a:xfrm>
            <a:off x="6308725" y="2482852"/>
            <a:ext cx="31750" cy="476250"/>
          </a:xfrm>
          <a:custGeom>
            <a:avLst/>
            <a:gdLst/>
            <a:ahLst/>
            <a:cxnLst/>
            <a:rect l="l" t="t" r="r" b="b"/>
            <a:pathLst>
              <a:path w="31750" h="476250">
                <a:moveTo>
                  <a:pt x="31750" y="0"/>
                </a:moveTo>
                <a:lnTo>
                  <a:pt x="31750" y="0"/>
                </a:lnTo>
                <a:lnTo>
                  <a:pt x="31750" y="476250"/>
                </a:ln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8" name="Text 56"/>
          <p:cNvSpPr/>
          <p:nvPr/>
        </p:nvSpPr>
        <p:spPr>
          <a:xfrm>
            <a:off x="6388100" y="2546352"/>
            <a:ext cx="212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TC-03: Редактирование операции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88100" y="2736852"/>
            <a:ext cx="2119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Изменение существующей записи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023004" y="2609852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1023004" y="2609852"/>
            <a:ext cx="706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Пройден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08725" y="2990852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412752"/>
                </a:lnTo>
                <a:cubicBezTo>
                  <a:pt x="5429250" y="447821"/>
                  <a:pt x="5400821" y="476250"/>
                  <a:pt x="5365752" y="476250"/>
                </a:cubicBez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63" name="Shape 61"/>
          <p:cNvSpPr/>
          <p:nvPr/>
        </p:nvSpPr>
        <p:spPr>
          <a:xfrm>
            <a:off x="6308725" y="2990852"/>
            <a:ext cx="31750" cy="476250"/>
          </a:xfrm>
          <a:custGeom>
            <a:avLst/>
            <a:gdLst/>
            <a:ahLst/>
            <a:cxnLst/>
            <a:rect l="l" t="t" r="r" b="b"/>
            <a:pathLst>
              <a:path w="31750" h="476250">
                <a:moveTo>
                  <a:pt x="31750" y="0"/>
                </a:moveTo>
                <a:lnTo>
                  <a:pt x="31750" y="0"/>
                </a:lnTo>
                <a:lnTo>
                  <a:pt x="31750" y="476250"/>
                </a:ln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64" name="Text 62"/>
          <p:cNvSpPr/>
          <p:nvPr/>
        </p:nvSpPr>
        <p:spPr>
          <a:xfrm>
            <a:off x="6388100" y="3054352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TC-04: Удаление операции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88100" y="3244852"/>
            <a:ext cx="170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Удаление с подтверждением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1023004" y="3117852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1023004" y="3117852"/>
            <a:ext cx="706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Пройден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08725" y="3498852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412752"/>
                </a:lnTo>
                <a:cubicBezTo>
                  <a:pt x="5429250" y="447821"/>
                  <a:pt x="5400821" y="476250"/>
                  <a:pt x="5365752" y="476250"/>
                </a:cubicBez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69" name="Shape 67"/>
          <p:cNvSpPr/>
          <p:nvPr/>
        </p:nvSpPr>
        <p:spPr>
          <a:xfrm>
            <a:off x="6308725" y="3498852"/>
            <a:ext cx="31750" cy="476250"/>
          </a:xfrm>
          <a:custGeom>
            <a:avLst/>
            <a:gdLst/>
            <a:ahLst/>
            <a:cxnLst/>
            <a:rect l="l" t="t" r="r" b="b"/>
            <a:pathLst>
              <a:path w="31750" h="476250">
                <a:moveTo>
                  <a:pt x="31750" y="0"/>
                </a:moveTo>
                <a:lnTo>
                  <a:pt x="31750" y="0"/>
                </a:lnTo>
                <a:lnTo>
                  <a:pt x="31750" y="476250"/>
                </a:ln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70" name="Text 68"/>
          <p:cNvSpPr/>
          <p:nvPr/>
        </p:nvSpPr>
        <p:spPr>
          <a:xfrm>
            <a:off x="6388100" y="3562352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TC-05: Создание категории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388100" y="3752852"/>
            <a:ext cx="227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Добавление пользовательской категории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1023004" y="3625852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1023004" y="3625852"/>
            <a:ext cx="706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Пройден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308725" y="4006852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412752"/>
                </a:lnTo>
                <a:cubicBezTo>
                  <a:pt x="5429250" y="447821"/>
                  <a:pt x="5400821" y="476250"/>
                  <a:pt x="5365752" y="476250"/>
                </a:cubicBez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75" name="Shape 73"/>
          <p:cNvSpPr/>
          <p:nvPr/>
        </p:nvSpPr>
        <p:spPr>
          <a:xfrm>
            <a:off x="6308725" y="4006852"/>
            <a:ext cx="31750" cy="476250"/>
          </a:xfrm>
          <a:custGeom>
            <a:avLst/>
            <a:gdLst/>
            <a:ahLst/>
            <a:cxnLst/>
            <a:rect l="l" t="t" r="r" b="b"/>
            <a:pathLst>
              <a:path w="31750" h="476250">
                <a:moveTo>
                  <a:pt x="31750" y="0"/>
                </a:moveTo>
                <a:lnTo>
                  <a:pt x="31750" y="0"/>
                </a:lnTo>
                <a:lnTo>
                  <a:pt x="31750" y="476250"/>
                </a:ln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76" name="Text 74"/>
          <p:cNvSpPr/>
          <p:nvPr/>
        </p:nvSpPr>
        <p:spPr>
          <a:xfrm>
            <a:off x="6388100" y="4070352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TC-06: Защита категорий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388100" y="4260852"/>
            <a:ext cx="2563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Блокировка удаления используемой категории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11023004" y="4133852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11023004" y="4133852"/>
            <a:ext cx="706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Пройден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308725" y="4514852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412752"/>
                </a:lnTo>
                <a:cubicBezTo>
                  <a:pt x="5429250" y="447821"/>
                  <a:pt x="5400821" y="476250"/>
                  <a:pt x="5365752" y="476250"/>
                </a:cubicBez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81" name="Shape 79"/>
          <p:cNvSpPr/>
          <p:nvPr/>
        </p:nvSpPr>
        <p:spPr>
          <a:xfrm>
            <a:off x="6308725" y="4514852"/>
            <a:ext cx="31750" cy="476250"/>
          </a:xfrm>
          <a:custGeom>
            <a:avLst/>
            <a:gdLst/>
            <a:ahLst/>
            <a:cxnLst/>
            <a:rect l="l" t="t" r="r" b="b"/>
            <a:pathLst>
              <a:path w="31750" h="476250">
                <a:moveTo>
                  <a:pt x="31750" y="0"/>
                </a:moveTo>
                <a:lnTo>
                  <a:pt x="31750" y="0"/>
                </a:lnTo>
                <a:lnTo>
                  <a:pt x="31750" y="476250"/>
                </a:ln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82" name="Text 80"/>
          <p:cNvSpPr/>
          <p:nvPr/>
        </p:nvSpPr>
        <p:spPr>
          <a:xfrm>
            <a:off x="6388100" y="4578352"/>
            <a:ext cx="208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TC-07: Фильтрация по периоду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388100" y="4768852"/>
            <a:ext cx="2079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Аналитика за выбранный промежуток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11023004" y="4641852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11023004" y="4641852"/>
            <a:ext cx="706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Пройден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308725" y="5022852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412752"/>
                </a:lnTo>
                <a:cubicBezTo>
                  <a:pt x="5429250" y="447821"/>
                  <a:pt x="5400821" y="476250"/>
                  <a:pt x="5365752" y="476250"/>
                </a:cubicBez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87" name="Shape 85"/>
          <p:cNvSpPr/>
          <p:nvPr/>
        </p:nvSpPr>
        <p:spPr>
          <a:xfrm>
            <a:off x="6308725" y="5022852"/>
            <a:ext cx="31750" cy="476250"/>
          </a:xfrm>
          <a:custGeom>
            <a:avLst/>
            <a:gdLst/>
            <a:ahLst/>
            <a:cxnLst/>
            <a:rect l="l" t="t" r="r" b="b"/>
            <a:pathLst>
              <a:path w="31750" h="476250">
                <a:moveTo>
                  <a:pt x="31750" y="0"/>
                </a:moveTo>
                <a:lnTo>
                  <a:pt x="31750" y="0"/>
                </a:lnTo>
                <a:lnTo>
                  <a:pt x="31750" y="476250"/>
                </a:ln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88" name="Text 86"/>
          <p:cNvSpPr/>
          <p:nvPr/>
        </p:nvSpPr>
        <p:spPr>
          <a:xfrm>
            <a:off x="6388100" y="5086352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TC-08: Переключение диаграммы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6388100" y="5276852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Переключение между доходами и расходами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11023004" y="5149852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11023004" y="5149852"/>
            <a:ext cx="706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Пройден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6308725" y="5530852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412752"/>
                </a:lnTo>
                <a:cubicBezTo>
                  <a:pt x="5429250" y="447821"/>
                  <a:pt x="5400821" y="476250"/>
                  <a:pt x="5365752" y="476250"/>
                </a:cubicBez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93" name="Shape 91"/>
          <p:cNvSpPr/>
          <p:nvPr/>
        </p:nvSpPr>
        <p:spPr>
          <a:xfrm>
            <a:off x="6308725" y="5530852"/>
            <a:ext cx="31750" cy="476250"/>
          </a:xfrm>
          <a:custGeom>
            <a:avLst/>
            <a:gdLst/>
            <a:ahLst/>
            <a:cxnLst/>
            <a:rect l="l" t="t" r="r" b="b"/>
            <a:pathLst>
              <a:path w="31750" h="476250">
                <a:moveTo>
                  <a:pt x="31750" y="0"/>
                </a:moveTo>
                <a:lnTo>
                  <a:pt x="31750" y="0"/>
                </a:lnTo>
                <a:lnTo>
                  <a:pt x="31750" y="476250"/>
                </a:ln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94" name="Text 92"/>
          <p:cNvSpPr/>
          <p:nvPr/>
        </p:nvSpPr>
        <p:spPr>
          <a:xfrm>
            <a:off x="6388100" y="5594352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TC-09: Валидация даты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6388100" y="5784852"/>
            <a:ext cx="189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Ограничение ввода дат в будущее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11023004" y="5657852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11023004" y="5657852"/>
            <a:ext cx="706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Пройден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6308725" y="6038852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412752"/>
                </a:lnTo>
                <a:cubicBezTo>
                  <a:pt x="5429250" y="447821"/>
                  <a:pt x="5400821" y="476250"/>
                  <a:pt x="5365752" y="476250"/>
                </a:cubicBez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99" name="Shape 97"/>
          <p:cNvSpPr/>
          <p:nvPr/>
        </p:nvSpPr>
        <p:spPr>
          <a:xfrm>
            <a:off x="6308725" y="6038852"/>
            <a:ext cx="31750" cy="476250"/>
          </a:xfrm>
          <a:custGeom>
            <a:avLst/>
            <a:gdLst/>
            <a:ahLst/>
            <a:cxnLst/>
            <a:rect l="l" t="t" r="r" b="b"/>
            <a:pathLst>
              <a:path w="31750" h="476250">
                <a:moveTo>
                  <a:pt x="31750" y="0"/>
                </a:moveTo>
                <a:lnTo>
                  <a:pt x="31750" y="0"/>
                </a:lnTo>
                <a:lnTo>
                  <a:pt x="31750" y="476250"/>
                </a:ln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00" name="Text 98"/>
          <p:cNvSpPr/>
          <p:nvPr/>
        </p:nvSpPr>
        <p:spPr>
          <a:xfrm>
            <a:off x="6388100" y="6102352"/>
            <a:ext cx="2024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TC-10: Прогресс-бар "Призрак"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6388100" y="6292852"/>
            <a:ext cx="201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Сравнение с предыдущим периодом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11023004" y="6165852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03" name="Text 101"/>
          <p:cNvSpPr/>
          <p:nvPr/>
        </p:nvSpPr>
        <p:spPr>
          <a:xfrm>
            <a:off x="11023004" y="6165852"/>
            <a:ext cx="706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Пройден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444500" y="5813427"/>
            <a:ext cx="5443538" cy="387350"/>
          </a:xfrm>
          <a:custGeom>
            <a:avLst/>
            <a:gdLst/>
            <a:ahLst/>
            <a:cxnLst/>
            <a:rect l="l" t="t" r="r" b="b"/>
            <a:pathLst>
              <a:path w="5443538" h="387350">
                <a:moveTo>
                  <a:pt x="63498" y="0"/>
                </a:moveTo>
                <a:lnTo>
                  <a:pt x="5380039" y="0"/>
                </a:lnTo>
                <a:cubicBezTo>
                  <a:pt x="5415085" y="0"/>
                  <a:pt x="5443538" y="28453"/>
                  <a:pt x="5443538" y="63498"/>
                </a:cubicBezTo>
                <a:lnTo>
                  <a:pt x="5443538" y="323852"/>
                </a:lnTo>
                <a:cubicBezTo>
                  <a:pt x="5443538" y="358897"/>
                  <a:pt x="5415085" y="387350"/>
                  <a:pt x="5380039" y="387350"/>
                </a:cubicBezTo>
                <a:lnTo>
                  <a:pt x="63498" y="387350"/>
                </a:lnTo>
                <a:cubicBezTo>
                  <a:pt x="28453" y="387350"/>
                  <a:pt x="0" y="358897"/>
                  <a:pt x="0" y="323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2176FF">
              <a:alpha val="10196"/>
            </a:srgbClr>
          </a:solidFill>
          <a:ln w="10160">
            <a:solidFill>
              <a:srgbClr val="2176FF">
                <a:alpha val="30196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58800" y="594360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106" name="Text 104"/>
          <p:cNvSpPr/>
          <p:nvPr/>
        </p:nvSpPr>
        <p:spPr>
          <a:xfrm>
            <a:off x="741363" y="5911851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Окружение:</a:t>
            </a: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Windows 11 Pro, JRE 21, разрешение 1920x1080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49250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15875" y="0"/>
                </a:moveTo>
                <a:lnTo>
                  <a:pt x="15875" y="0"/>
                </a:lnTo>
                <a:cubicBezTo>
                  <a:pt x="24637" y="0"/>
                  <a:pt x="31750" y="7113"/>
                  <a:pt x="31750" y="15875"/>
                </a:cubicBezTo>
                <a:lnTo>
                  <a:pt x="31750" y="238125"/>
                </a:lnTo>
                <a:cubicBezTo>
                  <a:pt x="31750" y="246887"/>
                  <a:pt x="24637" y="254000"/>
                  <a:pt x="15875" y="254000"/>
                </a:cubicBezTo>
                <a:lnTo>
                  <a:pt x="15875" y="254000"/>
                </a:lnTo>
                <a:cubicBezTo>
                  <a:pt x="7113" y="254000"/>
                  <a:pt x="0" y="246887"/>
                  <a:pt x="0" y="23812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2151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Развертывание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698500"/>
            <a:ext cx="1150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Процесс установки и требования к системе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050925"/>
            <a:ext cx="5705475" cy="2950186"/>
          </a:xfrm>
          <a:custGeom>
            <a:avLst/>
            <a:gdLst/>
            <a:ahLst/>
            <a:cxnLst/>
            <a:rect l="l" t="t" r="r" b="b"/>
            <a:pathLst>
              <a:path w="5705475" h="2982912">
                <a:moveTo>
                  <a:pt x="95244" y="0"/>
                </a:moveTo>
                <a:lnTo>
                  <a:pt x="5610231" y="0"/>
                </a:lnTo>
                <a:cubicBezTo>
                  <a:pt x="5662833" y="0"/>
                  <a:pt x="5705475" y="42642"/>
                  <a:pt x="5705475" y="95244"/>
                </a:cubicBezTo>
                <a:lnTo>
                  <a:pt x="5705475" y="2887668"/>
                </a:lnTo>
                <a:cubicBezTo>
                  <a:pt x="5705475" y="2940270"/>
                  <a:pt x="5662833" y="2982912"/>
                  <a:pt x="5610231" y="2982912"/>
                </a:cubicBezTo>
                <a:lnTo>
                  <a:pt x="95244" y="2982912"/>
                </a:lnTo>
                <a:cubicBezTo>
                  <a:pt x="42642" y="2982912"/>
                  <a:pt x="0" y="2940270"/>
                  <a:pt x="0" y="2887668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0850" y="11810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8006" y="127634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37443" y="47625"/>
                </a:moveTo>
                <a:lnTo>
                  <a:pt x="124681" y="29766"/>
                </a:lnTo>
                <a:lnTo>
                  <a:pt x="42044" y="29766"/>
                </a:lnTo>
                <a:lnTo>
                  <a:pt x="29282" y="47625"/>
                </a:lnTo>
                <a:lnTo>
                  <a:pt x="137443" y="47625"/>
                </a:lnTo>
                <a:close/>
                <a:moveTo>
                  <a:pt x="0" y="55252"/>
                </a:moveTo>
                <a:cubicBezTo>
                  <a:pt x="0" y="50304"/>
                  <a:pt x="1563" y="45467"/>
                  <a:pt x="4428" y="41411"/>
                </a:cubicBezTo>
                <a:lnTo>
                  <a:pt x="22659" y="15925"/>
                </a:lnTo>
                <a:cubicBezTo>
                  <a:pt x="27124" y="9674"/>
                  <a:pt x="34342" y="5953"/>
                  <a:pt x="42007" y="5953"/>
                </a:cubicBezTo>
                <a:lnTo>
                  <a:pt x="124644" y="5953"/>
                </a:lnTo>
                <a:cubicBezTo>
                  <a:pt x="132345" y="5953"/>
                  <a:pt x="139564" y="9674"/>
                  <a:pt x="144028" y="15925"/>
                </a:cubicBezTo>
                <a:lnTo>
                  <a:pt x="162223" y="41411"/>
                </a:lnTo>
                <a:cubicBezTo>
                  <a:pt x="165125" y="45467"/>
                  <a:pt x="166650" y="50304"/>
                  <a:pt x="166650" y="55252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55252"/>
                </a:ln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8" name="Text 6"/>
          <p:cNvSpPr/>
          <p:nvPr/>
        </p:nvSpPr>
        <p:spPr>
          <a:xfrm>
            <a:off x="927100" y="1260473"/>
            <a:ext cx="203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Формат распространения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4025" y="1660523"/>
            <a:ext cx="5443538" cy="1562100"/>
          </a:xfrm>
          <a:custGeom>
            <a:avLst/>
            <a:gdLst/>
            <a:ahLst/>
            <a:cxnLst/>
            <a:rect l="l" t="t" r="r" b="b"/>
            <a:pathLst>
              <a:path w="5443538" h="1562100">
                <a:moveTo>
                  <a:pt x="63499" y="0"/>
                </a:moveTo>
                <a:lnTo>
                  <a:pt x="5380038" y="0"/>
                </a:lnTo>
                <a:cubicBezTo>
                  <a:pt x="5415108" y="0"/>
                  <a:pt x="5443538" y="28430"/>
                  <a:pt x="5443538" y="63499"/>
                </a:cubicBezTo>
                <a:lnTo>
                  <a:pt x="5443538" y="1498601"/>
                </a:lnTo>
                <a:cubicBezTo>
                  <a:pt x="5443538" y="1533670"/>
                  <a:pt x="5415108" y="1562100"/>
                  <a:pt x="5380038" y="1562100"/>
                </a:cubicBezTo>
                <a:lnTo>
                  <a:pt x="63499" y="1562100"/>
                </a:lnTo>
                <a:cubicBezTo>
                  <a:pt x="28430" y="1562100"/>
                  <a:pt x="0" y="1533670"/>
                  <a:pt x="0" y="14986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4200" y="179070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044" y="190183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55042" y="174631"/>
                </a:moveTo>
                <a:cubicBezTo>
                  <a:pt x="160511" y="170892"/>
                  <a:pt x="168101" y="167655"/>
                  <a:pt x="168101" y="167655"/>
                </a:cubicBezTo>
                <a:cubicBezTo>
                  <a:pt x="168101" y="167655"/>
                  <a:pt x="146503" y="171562"/>
                  <a:pt x="125016" y="173348"/>
                </a:cubicBezTo>
                <a:cubicBezTo>
                  <a:pt x="98729" y="175524"/>
                  <a:pt x="70489" y="175971"/>
                  <a:pt x="56313" y="174073"/>
                </a:cubicBezTo>
                <a:cubicBezTo>
                  <a:pt x="22771" y="169608"/>
                  <a:pt x="74730" y="157274"/>
                  <a:pt x="74730" y="157274"/>
                </a:cubicBezTo>
                <a:cubicBezTo>
                  <a:pt x="74730" y="157274"/>
                  <a:pt x="54583" y="155935"/>
                  <a:pt x="29747" y="167878"/>
                </a:cubicBezTo>
                <a:cubicBezTo>
                  <a:pt x="446" y="182054"/>
                  <a:pt x="102301" y="188528"/>
                  <a:pt x="155042" y="174631"/>
                </a:cubicBezTo>
                <a:close/>
                <a:moveTo>
                  <a:pt x="107379" y="156716"/>
                </a:moveTo>
                <a:cubicBezTo>
                  <a:pt x="96775" y="132885"/>
                  <a:pt x="61001" y="111956"/>
                  <a:pt x="107379" y="75344"/>
                </a:cubicBezTo>
                <a:cubicBezTo>
                  <a:pt x="165255" y="29691"/>
                  <a:pt x="135564" y="0"/>
                  <a:pt x="135564" y="0"/>
                </a:cubicBezTo>
                <a:cubicBezTo>
                  <a:pt x="147563" y="47160"/>
                  <a:pt x="93371" y="61447"/>
                  <a:pt x="73782" y="90748"/>
                </a:cubicBezTo>
                <a:cubicBezTo>
                  <a:pt x="60443" y="110784"/>
                  <a:pt x="80311" y="132271"/>
                  <a:pt x="107379" y="156716"/>
                </a:cubicBezTo>
                <a:close/>
                <a:moveTo>
                  <a:pt x="171338" y="58378"/>
                </a:moveTo>
                <a:cubicBezTo>
                  <a:pt x="171394" y="58378"/>
                  <a:pt x="73558" y="82823"/>
                  <a:pt x="120272" y="136624"/>
                </a:cubicBezTo>
                <a:cubicBezTo>
                  <a:pt x="134057" y="152474"/>
                  <a:pt x="116644" y="166762"/>
                  <a:pt x="116644" y="166762"/>
                </a:cubicBezTo>
                <a:cubicBezTo>
                  <a:pt x="116644" y="166762"/>
                  <a:pt x="151637" y="148679"/>
                  <a:pt x="135564" y="126076"/>
                </a:cubicBezTo>
                <a:cubicBezTo>
                  <a:pt x="120551" y="104980"/>
                  <a:pt x="109054" y="94487"/>
                  <a:pt x="171338" y="58378"/>
                </a:cubicBezTo>
                <a:close/>
                <a:moveTo>
                  <a:pt x="167934" y="209345"/>
                </a:moveTo>
                <a:cubicBezTo>
                  <a:pt x="167655" y="209903"/>
                  <a:pt x="167264" y="210350"/>
                  <a:pt x="166818" y="210796"/>
                </a:cubicBezTo>
                <a:cubicBezTo>
                  <a:pt x="238423" y="191988"/>
                  <a:pt x="212080" y="144438"/>
                  <a:pt x="177868" y="156493"/>
                </a:cubicBezTo>
                <a:cubicBezTo>
                  <a:pt x="176026" y="157163"/>
                  <a:pt x="174408" y="158390"/>
                  <a:pt x="173292" y="160009"/>
                </a:cubicBezTo>
                <a:cubicBezTo>
                  <a:pt x="175301" y="159283"/>
                  <a:pt x="177366" y="158725"/>
                  <a:pt x="179431" y="158335"/>
                </a:cubicBezTo>
                <a:cubicBezTo>
                  <a:pt x="196732" y="154707"/>
                  <a:pt x="221568" y="181496"/>
                  <a:pt x="167934" y="209345"/>
                </a:cubicBezTo>
                <a:close/>
                <a:moveTo>
                  <a:pt x="194221" y="244115"/>
                </a:moveTo>
                <a:cubicBezTo>
                  <a:pt x="194221" y="244115"/>
                  <a:pt x="202313" y="250757"/>
                  <a:pt x="185347" y="255947"/>
                </a:cubicBezTo>
                <a:cubicBezTo>
                  <a:pt x="153033" y="265714"/>
                  <a:pt x="50955" y="268672"/>
                  <a:pt x="22603" y="256338"/>
                </a:cubicBezTo>
                <a:cubicBezTo>
                  <a:pt x="12390" y="251929"/>
                  <a:pt x="31533" y="245734"/>
                  <a:pt x="37560" y="244450"/>
                </a:cubicBezTo>
                <a:cubicBezTo>
                  <a:pt x="43811" y="243111"/>
                  <a:pt x="47439" y="243334"/>
                  <a:pt x="47439" y="243334"/>
                </a:cubicBezTo>
                <a:cubicBezTo>
                  <a:pt x="36109" y="235353"/>
                  <a:pt x="-25840" y="259017"/>
                  <a:pt x="15962" y="265770"/>
                </a:cubicBezTo>
                <a:cubicBezTo>
                  <a:pt x="129927" y="284299"/>
                  <a:pt x="223800" y="257454"/>
                  <a:pt x="194221" y="244115"/>
                </a:cubicBezTo>
                <a:close/>
                <a:moveTo>
                  <a:pt x="69484" y="221010"/>
                </a:moveTo>
                <a:cubicBezTo>
                  <a:pt x="25561" y="233288"/>
                  <a:pt x="96217" y="258626"/>
                  <a:pt x="152140" y="234683"/>
                </a:cubicBezTo>
                <a:cubicBezTo>
                  <a:pt x="146670" y="232563"/>
                  <a:pt x="141424" y="229995"/>
                  <a:pt x="136401" y="226981"/>
                </a:cubicBezTo>
                <a:cubicBezTo>
                  <a:pt x="111454" y="231725"/>
                  <a:pt x="99901" y="232060"/>
                  <a:pt x="77242" y="229493"/>
                </a:cubicBezTo>
                <a:cubicBezTo>
                  <a:pt x="58545" y="227372"/>
                  <a:pt x="69484" y="221010"/>
                  <a:pt x="69484" y="221010"/>
                </a:cubicBezTo>
                <a:close/>
                <a:moveTo>
                  <a:pt x="169831" y="275258"/>
                </a:moveTo>
                <a:cubicBezTo>
                  <a:pt x="125909" y="283518"/>
                  <a:pt x="71717" y="282569"/>
                  <a:pt x="39625" y="277267"/>
                </a:cubicBezTo>
                <a:cubicBezTo>
                  <a:pt x="39625" y="277211"/>
                  <a:pt x="46211" y="282680"/>
                  <a:pt x="80032" y="284857"/>
                </a:cubicBezTo>
                <a:cubicBezTo>
                  <a:pt x="131490" y="288150"/>
                  <a:pt x="210517" y="283015"/>
                  <a:pt x="212359" y="258682"/>
                </a:cubicBezTo>
                <a:cubicBezTo>
                  <a:pt x="212359" y="258682"/>
                  <a:pt x="208787" y="267891"/>
                  <a:pt x="169831" y="275258"/>
                </a:cubicBezTo>
                <a:close/>
                <a:moveTo>
                  <a:pt x="145498" y="197011"/>
                </a:moveTo>
                <a:cubicBezTo>
                  <a:pt x="112458" y="203374"/>
                  <a:pt x="93315" y="203206"/>
                  <a:pt x="69149" y="200695"/>
                </a:cubicBezTo>
                <a:cubicBezTo>
                  <a:pt x="50453" y="198741"/>
                  <a:pt x="62675" y="189700"/>
                  <a:pt x="62675" y="189700"/>
                </a:cubicBezTo>
                <a:cubicBezTo>
                  <a:pt x="14232" y="205773"/>
                  <a:pt x="89576" y="223968"/>
                  <a:pt x="157274" y="204155"/>
                </a:cubicBezTo>
                <a:cubicBezTo>
                  <a:pt x="152921" y="202592"/>
                  <a:pt x="148903" y="200192"/>
                  <a:pt x="145498" y="197011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1822455"/>
            <a:ext cx="1563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Finlytics.jar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9200" y="2076354"/>
            <a:ext cx="153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Исполняемый JAR-файл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0075" y="242570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806450" y="2393955"/>
            <a:ext cx="173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Содержит все зависимости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0075" y="267970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806450" y="2647955"/>
            <a:ext cx="222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Автоматическая инициализация БД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0075" y="293370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9" name="Text 17"/>
          <p:cNvSpPr/>
          <p:nvPr/>
        </p:nvSpPr>
        <p:spPr>
          <a:xfrm>
            <a:off x="806450" y="2901955"/>
            <a:ext cx="238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Портативность (не требует установки)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5775" y="3339127"/>
            <a:ext cx="5388293" cy="540722"/>
          </a:xfrm>
          <a:custGeom>
            <a:avLst/>
            <a:gdLst/>
            <a:ahLst/>
            <a:cxnLst/>
            <a:rect l="l" t="t" r="r" b="b"/>
            <a:pathLst>
              <a:path w="5443538" h="577850">
                <a:moveTo>
                  <a:pt x="63500" y="0"/>
                </a:moveTo>
                <a:lnTo>
                  <a:pt x="5380038" y="0"/>
                </a:lnTo>
                <a:cubicBezTo>
                  <a:pt x="5415108" y="0"/>
                  <a:pt x="5443538" y="28430"/>
                  <a:pt x="5443538" y="63500"/>
                </a:cubicBezTo>
                <a:lnTo>
                  <a:pt x="5443538" y="514350"/>
                </a:lnTo>
                <a:cubicBezTo>
                  <a:pt x="5443538" y="549420"/>
                  <a:pt x="5415108" y="577850"/>
                  <a:pt x="5380038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176FF">
                  <a:alpha val="20000"/>
                </a:srgbClr>
              </a:gs>
              <a:gs pos="100000">
                <a:srgbClr val="4ADE80">
                  <a:alpha val="20000"/>
                </a:srgbClr>
              </a:gs>
            </a:gsLst>
            <a:lin ang="2700000" scaled="1"/>
          </a:gradFill>
          <a:ln w="10160">
            <a:solidFill>
              <a:srgbClr val="2176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836" y="343534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22" name="Text 20"/>
          <p:cNvSpPr/>
          <p:nvPr/>
        </p:nvSpPr>
        <p:spPr>
          <a:xfrm>
            <a:off x="796211" y="3415524"/>
            <a:ext cx="5241925" cy="35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Альтернатива:</a:t>
            </a: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Нативные установщики (.msi, .dmg, .deb) с встроенной JRE через Gradle jpackage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7025" y="4159554"/>
            <a:ext cx="5705475" cy="2488587"/>
          </a:xfrm>
          <a:custGeom>
            <a:avLst/>
            <a:gdLst/>
            <a:ahLst/>
            <a:cxnLst/>
            <a:rect l="l" t="t" r="r" b="b"/>
            <a:pathLst>
              <a:path w="5705475" h="3324225">
                <a:moveTo>
                  <a:pt x="95239" y="0"/>
                </a:moveTo>
                <a:lnTo>
                  <a:pt x="5610236" y="0"/>
                </a:lnTo>
                <a:cubicBezTo>
                  <a:pt x="5662835" y="0"/>
                  <a:pt x="5705475" y="42640"/>
                  <a:pt x="5705475" y="95239"/>
                </a:cubicBezTo>
                <a:lnTo>
                  <a:pt x="5705475" y="3228986"/>
                </a:lnTo>
                <a:cubicBezTo>
                  <a:pt x="5705475" y="3281585"/>
                  <a:pt x="5662835" y="3324225"/>
                  <a:pt x="5610236" y="3324225"/>
                </a:cubicBezTo>
                <a:lnTo>
                  <a:pt x="95239" y="3324225"/>
                </a:lnTo>
                <a:cubicBezTo>
                  <a:pt x="42640" y="3324225"/>
                  <a:pt x="0" y="3281585"/>
                  <a:pt x="0" y="3228986"/>
                </a:cubicBezTo>
                <a:lnTo>
                  <a:pt x="0" y="95239"/>
                </a:lnTo>
                <a:cubicBezTo>
                  <a:pt x="0" y="42640"/>
                  <a:pt x="42640" y="0"/>
                  <a:pt x="95239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8973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8638" y="4384986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47625" y="35719"/>
                </a:lnTo>
                <a:lnTo>
                  <a:pt x="47625" y="125016"/>
                </a:lnTo>
                <a:lnTo>
                  <a:pt x="23812" y="125016"/>
                </a:lnTo>
                <a:lnTo>
                  <a:pt x="23812" y="35719"/>
                </a:lnTo>
                <a:close/>
                <a:moveTo>
                  <a:pt x="0" y="150019"/>
                </a:moveTo>
                <a:cubicBezTo>
                  <a:pt x="0" y="146075"/>
                  <a:pt x="3200" y="142875"/>
                  <a:pt x="7144" y="142875"/>
                </a:cubicBezTo>
                <a:lnTo>
                  <a:pt x="230981" y="142875"/>
                </a:lnTo>
                <a:cubicBezTo>
                  <a:pt x="234925" y="142875"/>
                  <a:pt x="238125" y="146075"/>
                  <a:pt x="238125" y="150019"/>
                </a:cubicBezTo>
                <a:cubicBezTo>
                  <a:pt x="238125" y="165795"/>
                  <a:pt x="225326" y="178594"/>
                  <a:pt x="209550" y="178594"/>
                </a:cubicBezTo>
                <a:lnTo>
                  <a:pt x="28575" y="178594"/>
                </a:lnTo>
                <a:cubicBezTo>
                  <a:pt x="12799" y="178594"/>
                  <a:pt x="0" y="165795"/>
                  <a:pt x="0" y="150019"/>
                </a:cubicBezTo>
                <a:close/>
                <a:moveTo>
                  <a:pt x="104552" y="77763"/>
                </a:moveTo>
                <a:lnTo>
                  <a:pt x="93018" y="89297"/>
                </a:lnTo>
                <a:lnTo>
                  <a:pt x="104552" y="100831"/>
                </a:lnTo>
                <a:cubicBezTo>
                  <a:pt x="108049" y="104329"/>
                  <a:pt x="108049" y="109984"/>
                  <a:pt x="104552" y="113444"/>
                </a:cubicBezTo>
                <a:cubicBezTo>
                  <a:pt x="101054" y="116904"/>
                  <a:pt x="95399" y="116942"/>
                  <a:pt x="91939" y="113444"/>
                </a:cubicBezTo>
                <a:lnTo>
                  <a:pt x="74079" y="95585"/>
                </a:lnTo>
                <a:cubicBezTo>
                  <a:pt x="70582" y="92087"/>
                  <a:pt x="70582" y="86432"/>
                  <a:pt x="74079" y="82972"/>
                </a:cubicBezTo>
                <a:lnTo>
                  <a:pt x="91939" y="65112"/>
                </a:lnTo>
                <a:cubicBezTo>
                  <a:pt x="95436" y="61615"/>
                  <a:pt x="101092" y="61615"/>
                  <a:pt x="104552" y="65112"/>
                </a:cubicBezTo>
                <a:cubicBezTo>
                  <a:pt x="108012" y="68610"/>
                  <a:pt x="108049" y="74265"/>
                  <a:pt x="104552" y="77725"/>
                </a:cubicBezTo>
                <a:close/>
                <a:moveTo>
                  <a:pt x="146224" y="65112"/>
                </a:moveTo>
                <a:lnTo>
                  <a:pt x="164083" y="82972"/>
                </a:lnTo>
                <a:cubicBezTo>
                  <a:pt x="167580" y="86469"/>
                  <a:pt x="167580" y="92125"/>
                  <a:pt x="164083" y="95585"/>
                </a:cubicBezTo>
                <a:lnTo>
                  <a:pt x="146224" y="113444"/>
                </a:lnTo>
                <a:cubicBezTo>
                  <a:pt x="142726" y="116942"/>
                  <a:pt x="137071" y="116942"/>
                  <a:pt x="133610" y="113444"/>
                </a:cubicBezTo>
                <a:cubicBezTo>
                  <a:pt x="130150" y="109947"/>
                  <a:pt x="130113" y="104291"/>
                  <a:pt x="133610" y="100831"/>
                </a:cubicBezTo>
                <a:lnTo>
                  <a:pt x="145145" y="89297"/>
                </a:lnTo>
                <a:lnTo>
                  <a:pt x="133610" y="77763"/>
                </a:lnTo>
                <a:cubicBezTo>
                  <a:pt x="130113" y="74265"/>
                  <a:pt x="130113" y="68610"/>
                  <a:pt x="133610" y="65150"/>
                </a:cubicBezTo>
                <a:cubicBezTo>
                  <a:pt x="137108" y="61689"/>
                  <a:pt x="142763" y="61652"/>
                  <a:pt x="146224" y="6515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933450" y="4369111"/>
            <a:ext cx="177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Требования к системе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0375" y="4769161"/>
            <a:ext cx="2633345" cy="609600"/>
          </a:xfrm>
          <a:custGeom>
            <a:avLst/>
            <a:gdLst/>
            <a:ahLst/>
            <a:cxnLst/>
            <a:rect l="l" t="t" r="r" b="b"/>
            <a:pathLst>
              <a:path w="5443538" h="609600">
                <a:moveTo>
                  <a:pt x="63502" y="0"/>
                </a:moveTo>
                <a:lnTo>
                  <a:pt x="5380035" y="0"/>
                </a:lnTo>
                <a:cubicBezTo>
                  <a:pt x="5415107" y="0"/>
                  <a:pt x="5443537" y="28431"/>
                  <a:pt x="5443537" y="63502"/>
                </a:cubicBezTo>
                <a:lnTo>
                  <a:pt x="5443538" y="546098"/>
                </a:lnTo>
                <a:cubicBezTo>
                  <a:pt x="5443537" y="581169"/>
                  <a:pt x="5415107" y="609600"/>
                  <a:pt x="5380035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519" y="494695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34863"/>
                </a:moveTo>
                <a:lnTo>
                  <a:pt x="68312" y="25450"/>
                </a:lnTo>
                <a:lnTo>
                  <a:pt x="68312" y="91455"/>
                </a:lnTo>
                <a:lnTo>
                  <a:pt x="0" y="91455"/>
                </a:lnTo>
                <a:lnTo>
                  <a:pt x="0" y="34863"/>
                </a:lnTo>
                <a:close/>
                <a:moveTo>
                  <a:pt x="0" y="155637"/>
                </a:moveTo>
                <a:lnTo>
                  <a:pt x="68312" y="165050"/>
                </a:lnTo>
                <a:lnTo>
                  <a:pt x="68312" y="99864"/>
                </a:lnTo>
                <a:lnTo>
                  <a:pt x="0" y="99864"/>
                </a:lnTo>
                <a:lnTo>
                  <a:pt x="0" y="155637"/>
                </a:lnTo>
                <a:close/>
                <a:moveTo>
                  <a:pt x="75828" y="166055"/>
                </a:moveTo>
                <a:lnTo>
                  <a:pt x="166688" y="178594"/>
                </a:lnTo>
                <a:lnTo>
                  <a:pt x="166688" y="99864"/>
                </a:lnTo>
                <a:lnTo>
                  <a:pt x="75828" y="99864"/>
                </a:lnTo>
                <a:lnTo>
                  <a:pt x="75828" y="166055"/>
                </a:lnTo>
                <a:close/>
                <a:moveTo>
                  <a:pt x="75828" y="24445"/>
                </a:moveTo>
                <a:lnTo>
                  <a:pt x="75828" y="91455"/>
                </a:lnTo>
                <a:lnTo>
                  <a:pt x="166688" y="91455"/>
                </a:lnTo>
                <a:lnTo>
                  <a:pt x="166688" y="11906"/>
                </a:lnTo>
                <a:lnTo>
                  <a:pt x="75828" y="24445"/>
                </a:ln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29" name="Text 27"/>
          <p:cNvSpPr/>
          <p:nvPr/>
        </p:nvSpPr>
        <p:spPr>
          <a:xfrm>
            <a:off x="892175" y="4867584"/>
            <a:ext cx="110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2175" y="5058084"/>
            <a:ext cx="109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Windows 10 и выше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0375" y="5448608"/>
            <a:ext cx="2633345" cy="609600"/>
          </a:xfrm>
          <a:custGeom>
            <a:avLst/>
            <a:gdLst/>
            <a:ahLst/>
            <a:cxnLst/>
            <a:rect l="l" t="t" r="r" b="b"/>
            <a:pathLst>
              <a:path w="5443538" h="609600">
                <a:moveTo>
                  <a:pt x="63502" y="0"/>
                </a:moveTo>
                <a:lnTo>
                  <a:pt x="5380035" y="0"/>
                </a:lnTo>
                <a:cubicBezTo>
                  <a:pt x="5415107" y="0"/>
                  <a:pt x="5443537" y="28431"/>
                  <a:pt x="5443537" y="63502"/>
                </a:cubicBezTo>
                <a:lnTo>
                  <a:pt x="5443538" y="546098"/>
                </a:lnTo>
                <a:cubicBezTo>
                  <a:pt x="5443537" y="581169"/>
                  <a:pt x="5415107" y="609600"/>
                  <a:pt x="5380035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6425" y="5626406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8728" y="99975"/>
                </a:moveTo>
                <a:cubicBezTo>
                  <a:pt x="118653" y="86320"/>
                  <a:pt x="124830" y="76014"/>
                  <a:pt x="137331" y="68424"/>
                </a:cubicBezTo>
                <a:cubicBezTo>
                  <a:pt x="130336" y="58415"/>
                  <a:pt x="119769" y="52908"/>
                  <a:pt x="105817" y="51829"/>
                </a:cubicBezTo>
                <a:cubicBezTo>
                  <a:pt x="92608" y="50788"/>
                  <a:pt x="78172" y="59531"/>
                  <a:pt x="72889" y="59531"/>
                </a:cubicBezTo>
                <a:cubicBezTo>
                  <a:pt x="67308" y="59531"/>
                  <a:pt x="54508" y="52201"/>
                  <a:pt x="44462" y="52201"/>
                </a:cubicBezTo>
                <a:cubicBezTo>
                  <a:pt x="23701" y="52536"/>
                  <a:pt x="1637" y="68759"/>
                  <a:pt x="1637" y="101761"/>
                </a:cubicBezTo>
                <a:cubicBezTo>
                  <a:pt x="1637" y="111509"/>
                  <a:pt x="3423" y="121593"/>
                  <a:pt x="6995" y="131973"/>
                </a:cubicBezTo>
                <a:cubicBezTo>
                  <a:pt x="11757" y="145628"/>
                  <a:pt x="28947" y="179115"/>
                  <a:pt x="46881" y="178557"/>
                </a:cubicBezTo>
                <a:cubicBezTo>
                  <a:pt x="56257" y="178333"/>
                  <a:pt x="62880" y="171896"/>
                  <a:pt x="75084" y="171896"/>
                </a:cubicBezTo>
                <a:cubicBezTo>
                  <a:pt x="86916" y="171896"/>
                  <a:pt x="93055" y="178557"/>
                  <a:pt x="103510" y="178557"/>
                </a:cubicBezTo>
                <a:cubicBezTo>
                  <a:pt x="121593" y="178296"/>
                  <a:pt x="137145" y="147861"/>
                  <a:pt x="141684" y="134169"/>
                </a:cubicBezTo>
                <a:cubicBezTo>
                  <a:pt x="117425" y="122746"/>
                  <a:pt x="118728" y="100682"/>
                  <a:pt x="118728" y="99975"/>
                </a:cubicBezTo>
                <a:close/>
                <a:moveTo>
                  <a:pt x="97668" y="38881"/>
                </a:moveTo>
                <a:cubicBezTo>
                  <a:pt x="107826" y="26826"/>
                  <a:pt x="106896" y="15850"/>
                  <a:pt x="106598" y="11906"/>
                </a:cubicBezTo>
                <a:cubicBezTo>
                  <a:pt x="97631" y="12427"/>
                  <a:pt x="87250" y="18008"/>
                  <a:pt x="81335" y="24892"/>
                </a:cubicBezTo>
                <a:cubicBezTo>
                  <a:pt x="74823" y="32258"/>
                  <a:pt x="70991" y="41374"/>
                  <a:pt x="71810" y="51643"/>
                </a:cubicBezTo>
                <a:cubicBezTo>
                  <a:pt x="81521" y="52388"/>
                  <a:pt x="90376" y="47402"/>
                  <a:pt x="97668" y="38881"/>
                </a:cubicBez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33" name="Text 31"/>
          <p:cNvSpPr/>
          <p:nvPr/>
        </p:nvSpPr>
        <p:spPr>
          <a:xfrm>
            <a:off x="892175" y="5547031"/>
            <a:ext cx="9763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macOS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2175" y="5737531"/>
            <a:ext cx="96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macOS 11 и выше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36595" y="4769161"/>
            <a:ext cx="2633345" cy="609600"/>
          </a:xfrm>
          <a:custGeom>
            <a:avLst/>
            <a:gdLst/>
            <a:ahLst/>
            <a:cxnLst/>
            <a:rect l="l" t="t" r="r" b="b"/>
            <a:pathLst>
              <a:path w="5443538" h="609600">
                <a:moveTo>
                  <a:pt x="63502" y="0"/>
                </a:moveTo>
                <a:lnTo>
                  <a:pt x="5380035" y="0"/>
                </a:lnTo>
                <a:cubicBezTo>
                  <a:pt x="5415107" y="0"/>
                  <a:pt x="5443537" y="28431"/>
                  <a:pt x="5443537" y="63502"/>
                </a:cubicBezTo>
                <a:lnTo>
                  <a:pt x="5443538" y="546098"/>
                </a:lnTo>
                <a:cubicBezTo>
                  <a:pt x="5443537" y="581169"/>
                  <a:pt x="5415107" y="609600"/>
                  <a:pt x="5380035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70739" y="49469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2190" y="45876"/>
                </a:moveTo>
                <a:cubicBezTo>
                  <a:pt x="82562" y="46062"/>
                  <a:pt x="82860" y="46509"/>
                  <a:pt x="83307" y="46509"/>
                </a:cubicBezTo>
                <a:cubicBezTo>
                  <a:pt x="83716" y="46509"/>
                  <a:pt x="84348" y="46360"/>
                  <a:pt x="84386" y="45951"/>
                </a:cubicBezTo>
                <a:cubicBezTo>
                  <a:pt x="84460" y="45430"/>
                  <a:pt x="83679" y="45095"/>
                  <a:pt x="83195" y="44872"/>
                </a:cubicBezTo>
                <a:cubicBezTo>
                  <a:pt x="82562" y="44611"/>
                  <a:pt x="81744" y="44500"/>
                  <a:pt x="81149" y="44834"/>
                </a:cubicBezTo>
                <a:cubicBezTo>
                  <a:pt x="81000" y="44909"/>
                  <a:pt x="80851" y="45095"/>
                  <a:pt x="80925" y="45244"/>
                </a:cubicBezTo>
                <a:cubicBezTo>
                  <a:pt x="81037" y="45727"/>
                  <a:pt x="81781" y="45653"/>
                  <a:pt x="82190" y="45876"/>
                </a:cubicBezTo>
                <a:close/>
                <a:moveTo>
                  <a:pt x="74042" y="46509"/>
                </a:moveTo>
                <a:cubicBezTo>
                  <a:pt x="74488" y="46509"/>
                  <a:pt x="74786" y="46062"/>
                  <a:pt x="75158" y="45876"/>
                </a:cubicBezTo>
                <a:cubicBezTo>
                  <a:pt x="75567" y="45653"/>
                  <a:pt x="76312" y="45727"/>
                  <a:pt x="76460" y="45281"/>
                </a:cubicBezTo>
                <a:cubicBezTo>
                  <a:pt x="76535" y="45132"/>
                  <a:pt x="76386" y="44946"/>
                  <a:pt x="76237" y="44872"/>
                </a:cubicBezTo>
                <a:cubicBezTo>
                  <a:pt x="75642" y="44537"/>
                  <a:pt x="74823" y="44648"/>
                  <a:pt x="74191" y="44909"/>
                </a:cubicBezTo>
                <a:cubicBezTo>
                  <a:pt x="73707" y="45132"/>
                  <a:pt x="72926" y="45467"/>
                  <a:pt x="73000" y="45988"/>
                </a:cubicBezTo>
                <a:cubicBezTo>
                  <a:pt x="73037" y="46360"/>
                  <a:pt x="73670" y="46546"/>
                  <a:pt x="74042" y="46509"/>
                </a:cubicBezTo>
                <a:close/>
                <a:moveTo>
                  <a:pt x="156270" y="150242"/>
                </a:moveTo>
                <a:cubicBezTo>
                  <a:pt x="154930" y="148754"/>
                  <a:pt x="154298" y="145926"/>
                  <a:pt x="153591" y="142912"/>
                </a:cubicBezTo>
                <a:cubicBezTo>
                  <a:pt x="152921" y="139898"/>
                  <a:pt x="152140" y="136661"/>
                  <a:pt x="149684" y="134578"/>
                </a:cubicBezTo>
                <a:cubicBezTo>
                  <a:pt x="149200" y="134169"/>
                  <a:pt x="148717" y="133796"/>
                  <a:pt x="148196" y="133499"/>
                </a:cubicBezTo>
                <a:cubicBezTo>
                  <a:pt x="147712" y="133201"/>
                  <a:pt x="147191" y="132941"/>
                  <a:pt x="146670" y="132755"/>
                </a:cubicBezTo>
                <a:cubicBezTo>
                  <a:pt x="150093" y="122597"/>
                  <a:pt x="148754" y="112477"/>
                  <a:pt x="145293" y="103324"/>
                </a:cubicBezTo>
                <a:cubicBezTo>
                  <a:pt x="141052" y="92125"/>
                  <a:pt x="133648" y="82339"/>
                  <a:pt x="127992" y="75642"/>
                </a:cubicBezTo>
                <a:cubicBezTo>
                  <a:pt x="121630" y="67642"/>
                  <a:pt x="115453" y="60052"/>
                  <a:pt x="115565" y="48853"/>
                </a:cubicBezTo>
                <a:cubicBezTo>
                  <a:pt x="115751" y="31775"/>
                  <a:pt x="117463" y="37"/>
                  <a:pt x="87362" y="0"/>
                </a:cubicBezTo>
                <a:cubicBezTo>
                  <a:pt x="49262" y="-74"/>
                  <a:pt x="58787" y="38472"/>
                  <a:pt x="58378" y="50304"/>
                </a:cubicBezTo>
                <a:cubicBezTo>
                  <a:pt x="57745" y="59010"/>
                  <a:pt x="55997" y="65856"/>
                  <a:pt x="50006" y="74377"/>
                </a:cubicBezTo>
                <a:cubicBezTo>
                  <a:pt x="42974" y="82748"/>
                  <a:pt x="33077" y="96255"/>
                  <a:pt x="28389" y="110356"/>
                </a:cubicBezTo>
                <a:cubicBezTo>
                  <a:pt x="26157" y="117016"/>
                  <a:pt x="25115" y="123788"/>
                  <a:pt x="26082" y="130187"/>
                </a:cubicBezTo>
                <a:cubicBezTo>
                  <a:pt x="23664" y="132345"/>
                  <a:pt x="21841" y="135657"/>
                  <a:pt x="19906" y="137703"/>
                </a:cubicBezTo>
                <a:cubicBezTo>
                  <a:pt x="18343" y="139303"/>
                  <a:pt x="16073" y="139898"/>
                  <a:pt x="13581" y="140791"/>
                </a:cubicBezTo>
                <a:cubicBezTo>
                  <a:pt x="11088" y="141684"/>
                  <a:pt x="8372" y="143024"/>
                  <a:pt x="6697" y="146186"/>
                </a:cubicBezTo>
                <a:cubicBezTo>
                  <a:pt x="5916" y="147638"/>
                  <a:pt x="5655" y="149200"/>
                  <a:pt x="5655" y="150800"/>
                </a:cubicBezTo>
                <a:cubicBezTo>
                  <a:pt x="5655" y="152251"/>
                  <a:pt x="5879" y="153739"/>
                  <a:pt x="6102" y="155191"/>
                </a:cubicBezTo>
                <a:cubicBezTo>
                  <a:pt x="6548" y="158204"/>
                  <a:pt x="7032" y="161032"/>
                  <a:pt x="6400" y="162930"/>
                </a:cubicBezTo>
                <a:cubicBezTo>
                  <a:pt x="4465" y="168287"/>
                  <a:pt x="4204" y="172008"/>
                  <a:pt x="5581" y="174724"/>
                </a:cubicBezTo>
                <a:cubicBezTo>
                  <a:pt x="6995" y="177440"/>
                  <a:pt x="9823" y="178631"/>
                  <a:pt x="13060" y="179301"/>
                </a:cubicBezTo>
                <a:cubicBezTo>
                  <a:pt x="19496" y="180640"/>
                  <a:pt x="28240" y="180305"/>
                  <a:pt x="35123" y="183952"/>
                </a:cubicBezTo>
                <a:cubicBezTo>
                  <a:pt x="42490" y="187821"/>
                  <a:pt x="49969" y="189198"/>
                  <a:pt x="55922" y="187821"/>
                </a:cubicBezTo>
                <a:cubicBezTo>
                  <a:pt x="60238" y="186854"/>
                  <a:pt x="63773" y="184249"/>
                  <a:pt x="65559" y="180305"/>
                </a:cubicBezTo>
                <a:cubicBezTo>
                  <a:pt x="70210" y="180268"/>
                  <a:pt x="75344" y="178296"/>
                  <a:pt x="83530" y="177850"/>
                </a:cubicBezTo>
                <a:cubicBezTo>
                  <a:pt x="89074" y="177403"/>
                  <a:pt x="96031" y="179822"/>
                  <a:pt x="104031" y="179375"/>
                </a:cubicBezTo>
                <a:cubicBezTo>
                  <a:pt x="104254" y="180231"/>
                  <a:pt x="104552" y="181087"/>
                  <a:pt x="104961" y="181868"/>
                </a:cubicBezTo>
                <a:lnTo>
                  <a:pt x="104961" y="181905"/>
                </a:lnTo>
                <a:cubicBezTo>
                  <a:pt x="108049" y="188119"/>
                  <a:pt x="113816" y="190946"/>
                  <a:pt x="119955" y="190463"/>
                </a:cubicBezTo>
                <a:cubicBezTo>
                  <a:pt x="126132" y="189979"/>
                  <a:pt x="132643" y="186370"/>
                  <a:pt x="137926" y="180082"/>
                </a:cubicBezTo>
                <a:cubicBezTo>
                  <a:pt x="142987" y="173980"/>
                  <a:pt x="151321" y="171450"/>
                  <a:pt x="156865" y="168101"/>
                </a:cubicBezTo>
                <a:cubicBezTo>
                  <a:pt x="159618" y="166427"/>
                  <a:pt x="161851" y="164343"/>
                  <a:pt x="162037" y="161292"/>
                </a:cubicBezTo>
                <a:cubicBezTo>
                  <a:pt x="162185" y="158242"/>
                  <a:pt x="160400" y="154856"/>
                  <a:pt x="156270" y="150242"/>
                </a:cubicBezTo>
                <a:close/>
                <a:moveTo>
                  <a:pt x="83269" y="32482"/>
                </a:moveTo>
                <a:cubicBezTo>
                  <a:pt x="86916" y="24222"/>
                  <a:pt x="95994" y="24371"/>
                  <a:pt x="99640" y="32333"/>
                </a:cubicBezTo>
                <a:cubicBezTo>
                  <a:pt x="102059" y="37616"/>
                  <a:pt x="100980" y="43830"/>
                  <a:pt x="98041" y="47365"/>
                </a:cubicBezTo>
                <a:cubicBezTo>
                  <a:pt x="97445" y="47067"/>
                  <a:pt x="95845" y="46397"/>
                  <a:pt x="93352" y="45541"/>
                </a:cubicBezTo>
                <a:cubicBezTo>
                  <a:pt x="93762" y="45095"/>
                  <a:pt x="94506" y="44537"/>
                  <a:pt x="94804" y="43830"/>
                </a:cubicBezTo>
                <a:cubicBezTo>
                  <a:pt x="96589" y="39439"/>
                  <a:pt x="94729" y="33784"/>
                  <a:pt x="91418" y="33672"/>
                </a:cubicBezTo>
                <a:cubicBezTo>
                  <a:pt x="88702" y="33486"/>
                  <a:pt x="86246" y="37691"/>
                  <a:pt x="87027" y="42230"/>
                </a:cubicBezTo>
                <a:cubicBezTo>
                  <a:pt x="85502" y="41486"/>
                  <a:pt x="83530" y="40928"/>
                  <a:pt x="82190" y="40593"/>
                </a:cubicBezTo>
                <a:cubicBezTo>
                  <a:pt x="81818" y="38026"/>
                  <a:pt x="82079" y="35161"/>
                  <a:pt x="83269" y="32482"/>
                </a:cubicBezTo>
                <a:close/>
                <a:moveTo>
                  <a:pt x="68126" y="28203"/>
                </a:moveTo>
                <a:cubicBezTo>
                  <a:pt x="71884" y="28203"/>
                  <a:pt x="75865" y="33486"/>
                  <a:pt x="75233" y="40667"/>
                </a:cubicBezTo>
                <a:cubicBezTo>
                  <a:pt x="73930" y="41039"/>
                  <a:pt x="72591" y="41597"/>
                  <a:pt x="71438" y="42379"/>
                </a:cubicBezTo>
                <a:cubicBezTo>
                  <a:pt x="71884" y="39067"/>
                  <a:pt x="70210" y="34900"/>
                  <a:pt x="67866" y="35086"/>
                </a:cubicBezTo>
                <a:cubicBezTo>
                  <a:pt x="64740" y="35347"/>
                  <a:pt x="64219" y="42974"/>
                  <a:pt x="67196" y="45541"/>
                </a:cubicBezTo>
                <a:cubicBezTo>
                  <a:pt x="67568" y="45839"/>
                  <a:pt x="67903" y="45467"/>
                  <a:pt x="65001" y="47588"/>
                </a:cubicBezTo>
                <a:cubicBezTo>
                  <a:pt x="59196" y="42156"/>
                  <a:pt x="61094" y="28203"/>
                  <a:pt x="68126" y="28203"/>
                </a:cubicBezTo>
                <a:close/>
                <a:moveTo>
                  <a:pt x="63066" y="50788"/>
                </a:moveTo>
                <a:cubicBezTo>
                  <a:pt x="65373" y="49076"/>
                  <a:pt x="68126" y="47067"/>
                  <a:pt x="68312" y="46881"/>
                </a:cubicBezTo>
                <a:cubicBezTo>
                  <a:pt x="70061" y="45244"/>
                  <a:pt x="73335" y="41597"/>
                  <a:pt x="78693" y="41597"/>
                </a:cubicBezTo>
                <a:cubicBezTo>
                  <a:pt x="81335" y="41597"/>
                  <a:pt x="84497" y="42453"/>
                  <a:pt x="88329" y="44909"/>
                </a:cubicBezTo>
                <a:cubicBezTo>
                  <a:pt x="90674" y="46434"/>
                  <a:pt x="92534" y="46546"/>
                  <a:pt x="96738" y="48369"/>
                </a:cubicBezTo>
                <a:cubicBezTo>
                  <a:pt x="99864" y="49671"/>
                  <a:pt x="101836" y="51978"/>
                  <a:pt x="100645" y="55141"/>
                </a:cubicBezTo>
                <a:cubicBezTo>
                  <a:pt x="99678" y="57783"/>
                  <a:pt x="96552" y="60499"/>
                  <a:pt x="92199" y="61875"/>
                </a:cubicBezTo>
                <a:cubicBezTo>
                  <a:pt x="88069" y="63215"/>
                  <a:pt x="84832" y="67828"/>
                  <a:pt x="77986" y="67419"/>
                </a:cubicBezTo>
                <a:cubicBezTo>
                  <a:pt x="76535" y="67345"/>
                  <a:pt x="75381" y="67047"/>
                  <a:pt x="74414" y="66638"/>
                </a:cubicBezTo>
                <a:cubicBezTo>
                  <a:pt x="71438" y="65336"/>
                  <a:pt x="69875" y="62768"/>
                  <a:pt x="66973" y="61057"/>
                </a:cubicBezTo>
                <a:cubicBezTo>
                  <a:pt x="63773" y="59271"/>
                  <a:pt x="62061" y="57187"/>
                  <a:pt x="61503" y="55364"/>
                </a:cubicBezTo>
                <a:cubicBezTo>
                  <a:pt x="60982" y="53541"/>
                  <a:pt x="61503" y="52015"/>
                  <a:pt x="63066" y="50788"/>
                </a:cubicBezTo>
                <a:close/>
                <a:moveTo>
                  <a:pt x="64294" y="175059"/>
                </a:moveTo>
                <a:cubicBezTo>
                  <a:pt x="63289" y="188119"/>
                  <a:pt x="47960" y="187858"/>
                  <a:pt x="36277" y="181756"/>
                </a:cubicBezTo>
                <a:cubicBezTo>
                  <a:pt x="25152" y="175878"/>
                  <a:pt x="10753" y="179338"/>
                  <a:pt x="7813" y="173608"/>
                </a:cubicBezTo>
                <a:cubicBezTo>
                  <a:pt x="6921" y="171859"/>
                  <a:pt x="6921" y="168883"/>
                  <a:pt x="8781" y="163785"/>
                </a:cubicBezTo>
                <a:lnTo>
                  <a:pt x="8781" y="163711"/>
                </a:lnTo>
                <a:cubicBezTo>
                  <a:pt x="9674" y="160883"/>
                  <a:pt x="9004" y="157758"/>
                  <a:pt x="8558" y="154818"/>
                </a:cubicBezTo>
                <a:cubicBezTo>
                  <a:pt x="8111" y="151916"/>
                  <a:pt x="7888" y="149237"/>
                  <a:pt x="8892" y="147377"/>
                </a:cubicBezTo>
                <a:cubicBezTo>
                  <a:pt x="10195" y="144884"/>
                  <a:pt x="12055" y="143991"/>
                  <a:pt x="14399" y="143173"/>
                </a:cubicBezTo>
                <a:cubicBezTo>
                  <a:pt x="18231" y="141796"/>
                  <a:pt x="18790" y="141908"/>
                  <a:pt x="21692" y="139489"/>
                </a:cubicBezTo>
                <a:cubicBezTo>
                  <a:pt x="23738" y="137368"/>
                  <a:pt x="25226" y="134689"/>
                  <a:pt x="27012" y="132792"/>
                </a:cubicBezTo>
                <a:cubicBezTo>
                  <a:pt x="28910" y="130746"/>
                  <a:pt x="30733" y="129778"/>
                  <a:pt x="33598" y="130225"/>
                </a:cubicBezTo>
                <a:cubicBezTo>
                  <a:pt x="36612" y="130671"/>
                  <a:pt x="39216" y="132755"/>
                  <a:pt x="41746" y="136178"/>
                </a:cubicBezTo>
                <a:lnTo>
                  <a:pt x="49039" y="149423"/>
                </a:lnTo>
                <a:cubicBezTo>
                  <a:pt x="52574" y="156828"/>
                  <a:pt x="65075" y="167432"/>
                  <a:pt x="64294" y="175059"/>
                </a:cubicBezTo>
                <a:close/>
                <a:moveTo>
                  <a:pt x="63773" y="165422"/>
                </a:moveTo>
                <a:cubicBezTo>
                  <a:pt x="62247" y="162967"/>
                  <a:pt x="60201" y="160362"/>
                  <a:pt x="58415" y="158130"/>
                </a:cubicBezTo>
                <a:cubicBezTo>
                  <a:pt x="61057" y="158130"/>
                  <a:pt x="63698" y="157311"/>
                  <a:pt x="64629" y="154818"/>
                </a:cubicBezTo>
                <a:cubicBezTo>
                  <a:pt x="65484" y="152512"/>
                  <a:pt x="64629" y="149275"/>
                  <a:pt x="61875" y="145554"/>
                </a:cubicBezTo>
                <a:cubicBezTo>
                  <a:pt x="56852" y="138782"/>
                  <a:pt x="47625" y="133462"/>
                  <a:pt x="47625" y="133462"/>
                </a:cubicBezTo>
                <a:cubicBezTo>
                  <a:pt x="42602" y="130336"/>
                  <a:pt x="39774" y="126504"/>
                  <a:pt x="38472" y="122337"/>
                </a:cubicBezTo>
                <a:cubicBezTo>
                  <a:pt x="37170" y="118170"/>
                  <a:pt x="37356" y="113667"/>
                  <a:pt x="38360" y="109240"/>
                </a:cubicBezTo>
                <a:cubicBezTo>
                  <a:pt x="40295" y="100719"/>
                  <a:pt x="45281" y="92422"/>
                  <a:pt x="48481" y="87213"/>
                </a:cubicBezTo>
                <a:cubicBezTo>
                  <a:pt x="49337" y="86581"/>
                  <a:pt x="48778" y="88404"/>
                  <a:pt x="45244" y="94952"/>
                </a:cubicBezTo>
                <a:cubicBezTo>
                  <a:pt x="42081" y="100943"/>
                  <a:pt x="36165" y="114784"/>
                  <a:pt x="44276" y="125611"/>
                </a:cubicBezTo>
                <a:cubicBezTo>
                  <a:pt x="44500" y="117909"/>
                  <a:pt x="46323" y="110058"/>
                  <a:pt x="49411" y="102729"/>
                </a:cubicBezTo>
                <a:cubicBezTo>
                  <a:pt x="53876" y="92534"/>
                  <a:pt x="63289" y="74861"/>
                  <a:pt x="64033" y="60796"/>
                </a:cubicBezTo>
                <a:cubicBezTo>
                  <a:pt x="64443" y="61094"/>
                  <a:pt x="65745" y="61987"/>
                  <a:pt x="66340" y="62322"/>
                </a:cubicBezTo>
                <a:cubicBezTo>
                  <a:pt x="68052" y="63326"/>
                  <a:pt x="69354" y="64815"/>
                  <a:pt x="71028" y="66154"/>
                </a:cubicBezTo>
                <a:cubicBezTo>
                  <a:pt x="75642" y="69875"/>
                  <a:pt x="81632" y="69577"/>
                  <a:pt x="86804" y="66601"/>
                </a:cubicBezTo>
                <a:cubicBezTo>
                  <a:pt x="89111" y="65298"/>
                  <a:pt x="90971" y="63810"/>
                  <a:pt x="92720" y="63252"/>
                </a:cubicBezTo>
                <a:cubicBezTo>
                  <a:pt x="96403" y="62099"/>
                  <a:pt x="99343" y="60052"/>
                  <a:pt x="101017" y="57671"/>
                </a:cubicBezTo>
                <a:cubicBezTo>
                  <a:pt x="103882" y="68982"/>
                  <a:pt x="110579" y="85316"/>
                  <a:pt x="114858" y="93278"/>
                </a:cubicBezTo>
                <a:cubicBezTo>
                  <a:pt x="117128" y="97520"/>
                  <a:pt x="121667" y="106487"/>
                  <a:pt x="123639" y="117314"/>
                </a:cubicBezTo>
                <a:cubicBezTo>
                  <a:pt x="124867" y="117277"/>
                  <a:pt x="126243" y="117463"/>
                  <a:pt x="127695" y="117835"/>
                </a:cubicBezTo>
                <a:cubicBezTo>
                  <a:pt x="132829" y="104552"/>
                  <a:pt x="123341" y="90227"/>
                  <a:pt x="119025" y="86246"/>
                </a:cubicBezTo>
                <a:cubicBezTo>
                  <a:pt x="117277" y="84534"/>
                  <a:pt x="117202" y="83790"/>
                  <a:pt x="118058" y="83827"/>
                </a:cubicBezTo>
                <a:cubicBezTo>
                  <a:pt x="122746" y="87995"/>
                  <a:pt x="128922" y="96366"/>
                  <a:pt x="131155" y="105780"/>
                </a:cubicBezTo>
                <a:cubicBezTo>
                  <a:pt x="132197" y="110096"/>
                  <a:pt x="132383" y="114598"/>
                  <a:pt x="131304" y="119063"/>
                </a:cubicBezTo>
                <a:cubicBezTo>
                  <a:pt x="137406" y="121593"/>
                  <a:pt x="144661" y="125723"/>
                  <a:pt x="142726" y="132011"/>
                </a:cubicBezTo>
                <a:cubicBezTo>
                  <a:pt x="141908" y="131973"/>
                  <a:pt x="141536" y="132011"/>
                  <a:pt x="141163" y="132011"/>
                </a:cubicBezTo>
                <a:cubicBezTo>
                  <a:pt x="142354" y="128253"/>
                  <a:pt x="139712" y="125462"/>
                  <a:pt x="132680" y="122300"/>
                </a:cubicBezTo>
                <a:cubicBezTo>
                  <a:pt x="125388" y="119100"/>
                  <a:pt x="119286" y="119100"/>
                  <a:pt x="118430" y="126950"/>
                </a:cubicBezTo>
                <a:cubicBezTo>
                  <a:pt x="113928" y="128513"/>
                  <a:pt x="111621" y="132420"/>
                  <a:pt x="110468" y="137108"/>
                </a:cubicBezTo>
                <a:cubicBezTo>
                  <a:pt x="109426" y="141275"/>
                  <a:pt x="109128" y="146298"/>
                  <a:pt x="108831" y="151954"/>
                </a:cubicBezTo>
                <a:cubicBezTo>
                  <a:pt x="108645" y="154818"/>
                  <a:pt x="107491" y="158651"/>
                  <a:pt x="106300" y="162744"/>
                </a:cubicBezTo>
                <a:cubicBezTo>
                  <a:pt x="94357" y="171264"/>
                  <a:pt x="77763" y="174985"/>
                  <a:pt x="63773" y="165422"/>
                </a:cubicBezTo>
                <a:close/>
                <a:moveTo>
                  <a:pt x="159544" y="161144"/>
                </a:moveTo>
                <a:cubicBezTo>
                  <a:pt x="159209" y="167394"/>
                  <a:pt x="144214" y="168548"/>
                  <a:pt x="136029" y="178445"/>
                </a:cubicBezTo>
                <a:cubicBezTo>
                  <a:pt x="131118" y="184286"/>
                  <a:pt x="125090" y="187523"/>
                  <a:pt x="119807" y="187933"/>
                </a:cubicBezTo>
                <a:cubicBezTo>
                  <a:pt x="114523" y="188342"/>
                  <a:pt x="109947" y="186147"/>
                  <a:pt x="107268" y="180752"/>
                </a:cubicBezTo>
                <a:cubicBezTo>
                  <a:pt x="105519" y="176622"/>
                  <a:pt x="106375" y="172157"/>
                  <a:pt x="107677" y="167246"/>
                </a:cubicBezTo>
                <a:cubicBezTo>
                  <a:pt x="109054" y="161962"/>
                  <a:pt x="111100" y="156530"/>
                  <a:pt x="111361" y="152140"/>
                </a:cubicBezTo>
                <a:cubicBezTo>
                  <a:pt x="111658" y="146484"/>
                  <a:pt x="111993" y="141536"/>
                  <a:pt x="112923" y="137740"/>
                </a:cubicBezTo>
                <a:cubicBezTo>
                  <a:pt x="113891" y="133908"/>
                  <a:pt x="115379" y="131341"/>
                  <a:pt x="118021" y="129890"/>
                </a:cubicBezTo>
                <a:cubicBezTo>
                  <a:pt x="118132" y="129815"/>
                  <a:pt x="118281" y="129778"/>
                  <a:pt x="118393" y="129704"/>
                </a:cubicBezTo>
                <a:cubicBezTo>
                  <a:pt x="118690" y="134615"/>
                  <a:pt x="121109" y="139601"/>
                  <a:pt x="125388" y="140680"/>
                </a:cubicBezTo>
                <a:cubicBezTo>
                  <a:pt x="130076" y="141908"/>
                  <a:pt x="136810" y="137889"/>
                  <a:pt x="139675" y="134615"/>
                </a:cubicBezTo>
                <a:cubicBezTo>
                  <a:pt x="143024" y="134503"/>
                  <a:pt x="145517" y="134280"/>
                  <a:pt x="148084" y="136513"/>
                </a:cubicBezTo>
                <a:cubicBezTo>
                  <a:pt x="151767" y="139675"/>
                  <a:pt x="150726" y="147786"/>
                  <a:pt x="154446" y="151991"/>
                </a:cubicBezTo>
                <a:cubicBezTo>
                  <a:pt x="158390" y="156307"/>
                  <a:pt x="159655" y="159246"/>
                  <a:pt x="159544" y="161144"/>
                </a:cubicBezTo>
                <a:close/>
                <a:moveTo>
                  <a:pt x="64517" y="55327"/>
                </a:moveTo>
                <a:cubicBezTo>
                  <a:pt x="65261" y="56034"/>
                  <a:pt x="66266" y="57001"/>
                  <a:pt x="67494" y="57969"/>
                </a:cubicBezTo>
                <a:cubicBezTo>
                  <a:pt x="69949" y="59903"/>
                  <a:pt x="73372" y="61912"/>
                  <a:pt x="77651" y="61912"/>
                </a:cubicBezTo>
                <a:cubicBezTo>
                  <a:pt x="81967" y="61912"/>
                  <a:pt x="86023" y="59717"/>
                  <a:pt x="89483" y="57894"/>
                </a:cubicBezTo>
                <a:cubicBezTo>
                  <a:pt x="91306" y="56927"/>
                  <a:pt x="93538" y="55290"/>
                  <a:pt x="94990" y="54025"/>
                </a:cubicBezTo>
                <a:cubicBezTo>
                  <a:pt x="96441" y="52760"/>
                  <a:pt x="97185" y="51681"/>
                  <a:pt x="96143" y="51569"/>
                </a:cubicBezTo>
                <a:cubicBezTo>
                  <a:pt x="95101" y="51457"/>
                  <a:pt x="95176" y="52536"/>
                  <a:pt x="93911" y="53467"/>
                </a:cubicBezTo>
                <a:cubicBezTo>
                  <a:pt x="92273" y="54657"/>
                  <a:pt x="90301" y="56220"/>
                  <a:pt x="88739" y="57113"/>
                </a:cubicBezTo>
                <a:cubicBezTo>
                  <a:pt x="85985" y="58675"/>
                  <a:pt x="81483" y="60908"/>
                  <a:pt x="77614" y="60908"/>
                </a:cubicBezTo>
                <a:cubicBezTo>
                  <a:pt x="73744" y="60908"/>
                  <a:pt x="70656" y="59122"/>
                  <a:pt x="68349" y="57299"/>
                </a:cubicBezTo>
                <a:cubicBezTo>
                  <a:pt x="67196" y="56369"/>
                  <a:pt x="66229" y="55438"/>
                  <a:pt x="65484" y="54732"/>
                </a:cubicBezTo>
                <a:cubicBezTo>
                  <a:pt x="64926" y="54211"/>
                  <a:pt x="64777" y="53020"/>
                  <a:pt x="63884" y="52908"/>
                </a:cubicBezTo>
                <a:cubicBezTo>
                  <a:pt x="63364" y="52871"/>
                  <a:pt x="63215" y="54285"/>
                  <a:pt x="64517" y="55327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37" name="Text 35"/>
          <p:cNvSpPr/>
          <p:nvPr/>
        </p:nvSpPr>
        <p:spPr>
          <a:xfrm>
            <a:off x="3668395" y="4867593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Linux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668395" y="5058093"/>
            <a:ext cx="1135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Дистрибутивы с JRE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36595" y="5486716"/>
            <a:ext cx="2633345" cy="546100"/>
          </a:xfrm>
          <a:custGeom>
            <a:avLst/>
            <a:gdLst/>
            <a:ahLst/>
            <a:cxnLst/>
            <a:rect l="l" t="t" r="r" b="b"/>
            <a:pathLst>
              <a:path w="5443538" h="546100">
                <a:moveTo>
                  <a:pt x="63501" y="0"/>
                </a:moveTo>
                <a:lnTo>
                  <a:pt x="5380037" y="0"/>
                </a:lnTo>
                <a:cubicBezTo>
                  <a:pt x="5415107" y="0"/>
                  <a:pt x="5443538" y="28430"/>
                  <a:pt x="5443538" y="63501"/>
                </a:cubicBezTo>
                <a:lnTo>
                  <a:pt x="5443538" y="482599"/>
                </a:lnTo>
                <a:cubicBezTo>
                  <a:pt x="5443538" y="517670"/>
                  <a:pt x="5415107" y="546100"/>
                  <a:pt x="5380037" y="546100"/>
                </a:cubicBezTo>
                <a:lnTo>
                  <a:pt x="63501" y="546100"/>
                </a:lnTo>
                <a:cubicBezTo>
                  <a:pt x="28430" y="546100"/>
                  <a:pt x="0" y="517670"/>
                  <a:pt x="0" y="4825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ECB324">
              <a:alpha val="10196"/>
            </a:srgbClr>
          </a:solidFill>
          <a:ln w="10160">
            <a:solidFill>
              <a:srgbClr val="ECB324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74707" y="568039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86134" y="97017"/>
                </a:moveTo>
                <a:cubicBezTo>
                  <a:pt x="89173" y="94940"/>
                  <a:pt x="93390" y="93142"/>
                  <a:pt x="93390" y="93142"/>
                </a:cubicBezTo>
                <a:cubicBezTo>
                  <a:pt x="93390" y="93142"/>
                  <a:pt x="81390" y="95312"/>
                  <a:pt x="69453" y="96304"/>
                </a:cubicBezTo>
                <a:cubicBezTo>
                  <a:pt x="54849" y="97513"/>
                  <a:pt x="39160" y="97761"/>
                  <a:pt x="31285" y="96707"/>
                </a:cubicBezTo>
                <a:cubicBezTo>
                  <a:pt x="12650" y="94227"/>
                  <a:pt x="41517" y="87375"/>
                  <a:pt x="41517" y="87375"/>
                </a:cubicBezTo>
                <a:cubicBezTo>
                  <a:pt x="41517" y="87375"/>
                  <a:pt x="30324" y="86630"/>
                  <a:pt x="16526" y="93266"/>
                </a:cubicBezTo>
                <a:cubicBezTo>
                  <a:pt x="248" y="101141"/>
                  <a:pt x="56834" y="104738"/>
                  <a:pt x="86134" y="97017"/>
                </a:cubicBezTo>
                <a:close/>
                <a:moveTo>
                  <a:pt x="59655" y="87064"/>
                </a:moveTo>
                <a:cubicBezTo>
                  <a:pt x="53764" y="73825"/>
                  <a:pt x="33889" y="62198"/>
                  <a:pt x="59655" y="41858"/>
                </a:cubicBezTo>
                <a:cubicBezTo>
                  <a:pt x="91808" y="16495"/>
                  <a:pt x="75313" y="0"/>
                  <a:pt x="75313" y="0"/>
                </a:cubicBezTo>
                <a:cubicBezTo>
                  <a:pt x="81979" y="26200"/>
                  <a:pt x="51873" y="34137"/>
                  <a:pt x="40990" y="50416"/>
                </a:cubicBezTo>
                <a:cubicBezTo>
                  <a:pt x="33579" y="61547"/>
                  <a:pt x="44617" y="73484"/>
                  <a:pt x="59655" y="87064"/>
                </a:cubicBezTo>
                <a:close/>
                <a:moveTo>
                  <a:pt x="95188" y="32432"/>
                </a:moveTo>
                <a:cubicBezTo>
                  <a:pt x="95219" y="32432"/>
                  <a:pt x="40866" y="46013"/>
                  <a:pt x="66818" y="75902"/>
                </a:cubicBezTo>
                <a:cubicBezTo>
                  <a:pt x="74476" y="84708"/>
                  <a:pt x="64802" y="92646"/>
                  <a:pt x="64802" y="92646"/>
                </a:cubicBezTo>
                <a:cubicBezTo>
                  <a:pt x="64802" y="92646"/>
                  <a:pt x="84243" y="82600"/>
                  <a:pt x="75313" y="70042"/>
                </a:cubicBezTo>
                <a:cubicBezTo>
                  <a:pt x="66973" y="58322"/>
                  <a:pt x="60585" y="52493"/>
                  <a:pt x="95188" y="32432"/>
                </a:cubicBezTo>
                <a:close/>
                <a:moveTo>
                  <a:pt x="93297" y="116303"/>
                </a:moveTo>
                <a:cubicBezTo>
                  <a:pt x="93142" y="116613"/>
                  <a:pt x="92925" y="116861"/>
                  <a:pt x="92677" y="117109"/>
                </a:cubicBezTo>
                <a:cubicBezTo>
                  <a:pt x="132457" y="106660"/>
                  <a:pt x="117822" y="80243"/>
                  <a:pt x="98816" y="86940"/>
                </a:cubicBezTo>
                <a:cubicBezTo>
                  <a:pt x="97792" y="87313"/>
                  <a:pt x="96893" y="87995"/>
                  <a:pt x="96273" y="88894"/>
                </a:cubicBezTo>
                <a:cubicBezTo>
                  <a:pt x="97389" y="88491"/>
                  <a:pt x="98537" y="88181"/>
                  <a:pt x="99684" y="87964"/>
                </a:cubicBezTo>
                <a:cubicBezTo>
                  <a:pt x="109296" y="85948"/>
                  <a:pt x="123093" y="100831"/>
                  <a:pt x="93297" y="116303"/>
                </a:cubicBezTo>
                <a:close/>
                <a:moveTo>
                  <a:pt x="107900" y="135620"/>
                </a:moveTo>
                <a:cubicBezTo>
                  <a:pt x="107900" y="135620"/>
                  <a:pt x="112396" y="139309"/>
                  <a:pt x="102970" y="142193"/>
                </a:cubicBezTo>
                <a:cubicBezTo>
                  <a:pt x="85018" y="147619"/>
                  <a:pt x="28308" y="149262"/>
                  <a:pt x="12557" y="142410"/>
                </a:cubicBezTo>
                <a:cubicBezTo>
                  <a:pt x="6883" y="139960"/>
                  <a:pt x="17518" y="136519"/>
                  <a:pt x="20867" y="135806"/>
                </a:cubicBezTo>
                <a:cubicBezTo>
                  <a:pt x="24340" y="135062"/>
                  <a:pt x="26355" y="135186"/>
                  <a:pt x="26355" y="135186"/>
                </a:cubicBezTo>
                <a:cubicBezTo>
                  <a:pt x="20061" y="130752"/>
                  <a:pt x="-14356" y="143898"/>
                  <a:pt x="8868" y="147650"/>
                </a:cubicBezTo>
                <a:cubicBezTo>
                  <a:pt x="72182" y="157944"/>
                  <a:pt x="124333" y="143030"/>
                  <a:pt x="107900" y="135620"/>
                </a:cubicBezTo>
                <a:close/>
                <a:moveTo>
                  <a:pt x="38602" y="122783"/>
                </a:moveTo>
                <a:cubicBezTo>
                  <a:pt x="14201" y="129604"/>
                  <a:pt x="53454" y="143681"/>
                  <a:pt x="84522" y="130380"/>
                </a:cubicBezTo>
                <a:cubicBezTo>
                  <a:pt x="81483" y="129201"/>
                  <a:pt x="78569" y="127775"/>
                  <a:pt x="75778" y="126101"/>
                </a:cubicBezTo>
                <a:cubicBezTo>
                  <a:pt x="61919" y="128736"/>
                  <a:pt x="55500" y="128922"/>
                  <a:pt x="42912" y="127496"/>
                </a:cubicBezTo>
                <a:cubicBezTo>
                  <a:pt x="32525" y="126318"/>
                  <a:pt x="38602" y="122783"/>
                  <a:pt x="38602" y="122783"/>
                </a:cubicBezTo>
                <a:close/>
                <a:moveTo>
                  <a:pt x="94351" y="152921"/>
                </a:moveTo>
                <a:cubicBezTo>
                  <a:pt x="69949" y="157510"/>
                  <a:pt x="39843" y="156983"/>
                  <a:pt x="22014" y="154037"/>
                </a:cubicBezTo>
                <a:cubicBezTo>
                  <a:pt x="22014" y="154006"/>
                  <a:pt x="25673" y="157045"/>
                  <a:pt x="44462" y="158254"/>
                </a:cubicBezTo>
                <a:cubicBezTo>
                  <a:pt x="73050" y="160083"/>
                  <a:pt x="116954" y="157231"/>
                  <a:pt x="117977" y="143712"/>
                </a:cubicBezTo>
                <a:cubicBezTo>
                  <a:pt x="117977" y="143712"/>
                  <a:pt x="115993" y="148828"/>
                  <a:pt x="94351" y="152921"/>
                </a:cubicBezTo>
                <a:close/>
                <a:moveTo>
                  <a:pt x="80832" y="109451"/>
                </a:moveTo>
                <a:cubicBezTo>
                  <a:pt x="62477" y="112985"/>
                  <a:pt x="51842" y="112892"/>
                  <a:pt x="38416" y="111497"/>
                </a:cubicBezTo>
                <a:cubicBezTo>
                  <a:pt x="28029" y="110412"/>
                  <a:pt x="34820" y="105389"/>
                  <a:pt x="34820" y="105389"/>
                </a:cubicBezTo>
                <a:cubicBezTo>
                  <a:pt x="7906" y="114319"/>
                  <a:pt x="49764" y="124427"/>
                  <a:pt x="87375" y="113419"/>
                </a:cubicBezTo>
                <a:cubicBezTo>
                  <a:pt x="84956" y="112551"/>
                  <a:pt x="82724" y="111218"/>
                  <a:pt x="80832" y="109451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41" name="Text 39"/>
          <p:cNvSpPr/>
          <p:nvPr/>
        </p:nvSpPr>
        <p:spPr>
          <a:xfrm>
            <a:off x="3596957" y="558514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Runtime Environment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596957" y="5775640"/>
            <a:ext cx="161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Версия 8 или выше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2675" y="1050926"/>
            <a:ext cx="5705475" cy="5281294"/>
          </a:xfrm>
          <a:custGeom>
            <a:avLst/>
            <a:gdLst/>
            <a:ahLst/>
            <a:cxnLst/>
            <a:rect l="l" t="t" r="r" b="b"/>
            <a:pathLst>
              <a:path w="5705475" h="6443663">
                <a:moveTo>
                  <a:pt x="95224" y="0"/>
                </a:moveTo>
                <a:lnTo>
                  <a:pt x="5610251" y="0"/>
                </a:lnTo>
                <a:cubicBezTo>
                  <a:pt x="5662842" y="0"/>
                  <a:pt x="5705475" y="42633"/>
                  <a:pt x="5705475" y="95224"/>
                </a:cubicBezTo>
                <a:lnTo>
                  <a:pt x="5705475" y="6348438"/>
                </a:lnTo>
                <a:cubicBezTo>
                  <a:pt x="5705475" y="6401029"/>
                  <a:pt x="5662842" y="6443663"/>
                  <a:pt x="5610251" y="6443662"/>
                </a:cubicBezTo>
                <a:lnTo>
                  <a:pt x="95224" y="6443663"/>
                </a:lnTo>
                <a:cubicBezTo>
                  <a:pt x="42633" y="6443662"/>
                  <a:pt x="0" y="6401029"/>
                  <a:pt x="0" y="6348438"/>
                </a:cubicBezTo>
                <a:lnTo>
                  <a:pt x="0" y="95224"/>
                </a:lnTo>
                <a:cubicBezTo>
                  <a:pt x="0" y="42669"/>
                  <a:pt x="42669" y="0"/>
                  <a:pt x="95224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92850" y="11810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00006" y="127634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11906"/>
                </a:moveTo>
                <a:cubicBezTo>
                  <a:pt x="95250" y="5321"/>
                  <a:pt x="89929" y="0"/>
                  <a:pt x="83344" y="0"/>
                </a:cubicBezTo>
                <a:cubicBezTo>
                  <a:pt x="76758" y="0"/>
                  <a:pt x="71438" y="5321"/>
                  <a:pt x="71438" y="11906"/>
                </a:cubicBezTo>
                <a:lnTo>
                  <a:pt x="71438" y="90301"/>
                </a:lnTo>
                <a:lnTo>
                  <a:pt x="56034" y="74898"/>
                </a:lnTo>
                <a:cubicBezTo>
                  <a:pt x="51383" y="70247"/>
                  <a:pt x="43830" y="70247"/>
                  <a:pt x="39179" y="74898"/>
                </a:cubicBezTo>
                <a:cubicBezTo>
                  <a:pt x="34528" y="79549"/>
                  <a:pt x="34528" y="87102"/>
                  <a:pt x="39179" y="91753"/>
                </a:cubicBezTo>
                <a:lnTo>
                  <a:pt x="74898" y="127471"/>
                </a:lnTo>
                <a:cubicBezTo>
                  <a:pt x="79549" y="132122"/>
                  <a:pt x="87102" y="132122"/>
                  <a:pt x="91753" y="127471"/>
                </a:cubicBezTo>
                <a:lnTo>
                  <a:pt x="127471" y="91753"/>
                </a:lnTo>
                <a:cubicBezTo>
                  <a:pt x="132122" y="87102"/>
                  <a:pt x="132122" y="79549"/>
                  <a:pt x="127471" y="74898"/>
                </a:cubicBezTo>
                <a:cubicBezTo>
                  <a:pt x="122820" y="70247"/>
                  <a:pt x="115267" y="70247"/>
                  <a:pt x="110617" y="74898"/>
                </a:cubicBezTo>
                <a:lnTo>
                  <a:pt x="95250" y="90301"/>
                </a:lnTo>
                <a:lnTo>
                  <a:pt x="95250" y="11906"/>
                </a:lnTo>
                <a:close/>
                <a:moveTo>
                  <a:pt x="23812" y="119063"/>
                </a:moveTo>
                <a:cubicBezTo>
                  <a:pt x="10678" y="119063"/>
                  <a:pt x="0" y="129741"/>
                  <a:pt x="0" y="142875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42875"/>
                </a:lnTo>
                <a:cubicBezTo>
                  <a:pt x="166688" y="129741"/>
                  <a:pt x="156009" y="119063"/>
                  <a:pt x="142875" y="119063"/>
                </a:cubicBezTo>
                <a:lnTo>
                  <a:pt x="125425" y="119063"/>
                </a:lnTo>
                <a:lnTo>
                  <a:pt x="104366" y="140122"/>
                </a:lnTo>
                <a:cubicBezTo>
                  <a:pt x="92757" y="151730"/>
                  <a:pt x="73893" y="151730"/>
                  <a:pt x="62285" y="140122"/>
                </a:cubicBezTo>
                <a:lnTo>
                  <a:pt x="41263" y="119063"/>
                </a:lnTo>
                <a:lnTo>
                  <a:pt x="23812" y="119063"/>
                </a:lnTo>
                <a:close/>
                <a:moveTo>
                  <a:pt x="136922" y="139898"/>
                </a:moveTo>
                <a:cubicBezTo>
                  <a:pt x="141850" y="139898"/>
                  <a:pt x="145852" y="143900"/>
                  <a:pt x="145852" y="148828"/>
                </a:cubicBezTo>
                <a:cubicBezTo>
                  <a:pt x="145852" y="153757"/>
                  <a:pt x="141850" y="157758"/>
                  <a:pt x="136922" y="157758"/>
                </a:cubicBezTo>
                <a:cubicBezTo>
                  <a:pt x="131993" y="157758"/>
                  <a:pt x="127992" y="153757"/>
                  <a:pt x="127992" y="148828"/>
                </a:cubicBezTo>
                <a:cubicBezTo>
                  <a:pt x="127992" y="143900"/>
                  <a:pt x="131993" y="139898"/>
                  <a:pt x="136922" y="139898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46" name="Text 44"/>
          <p:cNvSpPr/>
          <p:nvPr/>
        </p:nvSpPr>
        <p:spPr>
          <a:xfrm>
            <a:off x="6769100" y="1260473"/>
            <a:ext cx="153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Процесс установки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08725" y="1657348"/>
            <a:ext cx="5429250" cy="1047750"/>
          </a:xfrm>
          <a:custGeom>
            <a:avLst/>
            <a:gdLst/>
            <a:ahLst/>
            <a:cxnLst/>
            <a:rect l="l" t="t" r="r" b="b"/>
            <a:pathLst>
              <a:path w="5429250" h="1047750">
                <a:moveTo>
                  <a:pt x="31750" y="0"/>
                </a:moveTo>
                <a:lnTo>
                  <a:pt x="5365746" y="0"/>
                </a:lnTo>
                <a:cubicBezTo>
                  <a:pt x="5400818" y="0"/>
                  <a:pt x="5429250" y="28432"/>
                  <a:pt x="5429250" y="63504"/>
                </a:cubicBezTo>
                <a:lnTo>
                  <a:pt x="5429250" y="984246"/>
                </a:lnTo>
                <a:cubicBezTo>
                  <a:pt x="5429250" y="1019318"/>
                  <a:pt x="5400818" y="1047750"/>
                  <a:pt x="5365746" y="1047750"/>
                </a:cubicBezTo>
                <a:lnTo>
                  <a:pt x="31750" y="1047750"/>
                </a:lnTo>
                <a:cubicBezTo>
                  <a:pt x="14215" y="1047750"/>
                  <a:pt x="0" y="1033535"/>
                  <a:pt x="0" y="101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48" name="Shape 46"/>
          <p:cNvSpPr/>
          <p:nvPr/>
        </p:nvSpPr>
        <p:spPr>
          <a:xfrm>
            <a:off x="6308725" y="1657348"/>
            <a:ext cx="31750" cy="1047750"/>
          </a:xfrm>
          <a:custGeom>
            <a:avLst/>
            <a:gdLst/>
            <a:ahLst/>
            <a:cxnLst/>
            <a:rect l="l" t="t" r="r" b="b"/>
            <a:pathLst>
              <a:path w="31750" h="1047750">
                <a:moveTo>
                  <a:pt x="31750" y="0"/>
                </a:moveTo>
                <a:lnTo>
                  <a:pt x="31750" y="0"/>
                </a:lnTo>
                <a:lnTo>
                  <a:pt x="31750" y="1047750"/>
                </a:lnTo>
                <a:lnTo>
                  <a:pt x="31750" y="1047750"/>
                </a:lnTo>
                <a:cubicBezTo>
                  <a:pt x="14227" y="1047750"/>
                  <a:pt x="0" y="1033523"/>
                  <a:pt x="0" y="101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49" name="Shape 47"/>
          <p:cNvSpPr/>
          <p:nvPr/>
        </p:nvSpPr>
        <p:spPr>
          <a:xfrm>
            <a:off x="6419850" y="175259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50" name="Text 48"/>
          <p:cNvSpPr/>
          <p:nvPr/>
        </p:nvSpPr>
        <p:spPr>
          <a:xfrm>
            <a:off x="6388100" y="175259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69100" y="1768473"/>
            <a:ext cx="88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Скачивание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19850" y="207009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Загрузите Finlytics.jar </a:t>
            </a:r>
            <a:r>
              <a:rPr lang="en-US" sz="1000" dirty="0" err="1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</a:t>
            </a:r>
            <a:r>
              <a:rPr lang="en-US" sz="10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GitHub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19850" y="2324098"/>
            <a:ext cx="5222875" cy="285750"/>
          </a:xfrm>
          <a:custGeom>
            <a:avLst/>
            <a:gdLst/>
            <a:ahLst/>
            <a:cxnLst/>
            <a:rect l="l" t="t" r="r" b="b"/>
            <a:pathLst>
              <a:path w="5222875" h="285750">
                <a:moveTo>
                  <a:pt x="31750" y="0"/>
                </a:moveTo>
                <a:lnTo>
                  <a:pt x="5191125" y="0"/>
                </a:lnTo>
                <a:cubicBezTo>
                  <a:pt x="5208660" y="0"/>
                  <a:pt x="5222875" y="14215"/>
                  <a:pt x="5222875" y="31750"/>
                </a:cubicBezTo>
                <a:lnTo>
                  <a:pt x="5222875" y="254000"/>
                </a:lnTo>
                <a:cubicBezTo>
                  <a:pt x="5222875" y="271535"/>
                  <a:pt x="5208660" y="285750"/>
                  <a:pt x="519112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54" name="Text 52"/>
          <p:cNvSpPr/>
          <p:nvPr/>
        </p:nvSpPr>
        <p:spPr>
          <a:xfrm>
            <a:off x="6419850" y="2324098"/>
            <a:ext cx="5278438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github.com/Hohrandrey/</a:t>
            </a:r>
            <a:r>
              <a:rPr lang="en-US" sz="875" dirty="0" err="1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Finlytics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08725" y="2768598"/>
            <a:ext cx="5429250" cy="1047750"/>
          </a:xfrm>
          <a:custGeom>
            <a:avLst/>
            <a:gdLst/>
            <a:ahLst/>
            <a:cxnLst/>
            <a:rect l="l" t="t" r="r" b="b"/>
            <a:pathLst>
              <a:path w="5429250" h="1047750">
                <a:moveTo>
                  <a:pt x="31750" y="0"/>
                </a:moveTo>
                <a:lnTo>
                  <a:pt x="5365746" y="0"/>
                </a:lnTo>
                <a:cubicBezTo>
                  <a:pt x="5400818" y="0"/>
                  <a:pt x="5429250" y="28432"/>
                  <a:pt x="5429250" y="63504"/>
                </a:cubicBezTo>
                <a:lnTo>
                  <a:pt x="5429250" y="984246"/>
                </a:lnTo>
                <a:cubicBezTo>
                  <a:pt x="5429250" y="1019318"/>
                  <a:pt x="5400818" y="1047750"/>
                  <a:pt x="5365746" y="1047750"/>
                </a:cubicBezTo>
                <a:lnTo>
                  <a:pt x="31750" y="1047750"/>
                </a:lnTo>
                <a:cubicBezTo>
                  <a:pt x="14215" y="1047750"/>
                  <a:pt x="0" y="1033535"/>
                  <a:pt x="0" y="101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56" name="Shape 54"/>
          <p:cNvSpPr/>
          <p:nvPr/>
        </p:nvSpPr>
        <p:spPr>
          <a:xfrm>
            <a:off x="6308725" y="2768598"/>
            <a:ext cx="31750" cy="1047750"/>
          </a:xfrm>
          <a:custGeom>
            <a:avLst/>
            <a:gdLst/>
            <a:ahLst/>
            <a:cxnLst/>
            <a:rect l="l" t="t" r="r" b="b"/>
            <a:pathLst>
              <a:path w="31750" h="1047750">
                <a:moveTo>
                  <a:pt x="31750" y="0"/>
                </a:moveTo>
                <a:lnTo>
                  <a:pt x="31750" y="0"/>
                </a:lnTo>
                <a:lnTo>
                  <a:pt x="31750" y="1047750"/>
                </a:lnTo>
                <a:lnTo>
                  <a:pt x="31750" y="1047750"/>
                </a:lnTo>
                <a:cubicBezTo>
                  <a:pt x="14227" y="1047750"/>
                  <a:pt x="0" y="1033523"/>
                  <a:pt x="0" y="101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7" name="Shape 55"/>
          <p:cNvSpPr/>
          <p:nvPr/>
        </p:nvSpPr>
        <p:spPr>
          <a:xfrm>
            <a:off x="6419850" y="286384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8" name="Text 56"/>
          <p:cNvSpPr/>
          <p:nvPr/>
        </p:nvSpPr>
        <p:spPr>
          <a:xfrm>
            <a:off x="6388100" y="286384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E1E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69100" y="2879723"/>
            <a:ext cx="100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Проверка JRE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19850" y="318134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Убедитесь, что установлена Java 8+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419850" y="3435348"/>
            <a:ext cx="5222875" cy="285750"/>
          </a:xfrm>
          <a:custGeom>
            <a:avLst/>
            <a:gdLst/>
            <a:ahLst/>
            <a:cxnLst/>
            <a:rect l="l" t="t" r="r" b="b"/>
            <a:pathLst>
              <a:path w="5222875" h="285750">
                <a:moveTo>
                  <a:pt x="31750" y="0"/>
                </a:moveTo>
                <a:lnTo>
                  <a:pt x="5191125" y="0"/>
                </a:lnTo>
                <a:cubicBezTo>
                  <a:pt x="5208660" y="0"/>
                  <a:pt x="5222875" y="14215"/>
                  <a:pt x="5222875" y="31750"/>
                </a:cubicBezTo>
                <a:lnTo>
                  <a:pt x="5222875" y="254000"/>
                </a:lnTo>
                <a:cubicBezTo>
                  <a:pt x="5222875" y="271535"/>
                  <a:pt x="5208660" y="285750"/>
                  <a:pt x="519112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2C2C"/>
          </a:solidFill>
          <a:ln/>
        </p:spPr>
      </p:sp>
      <p:sp>
        <p:nvSpPr>
          <p:cNvPr id="62" name="Text 60"/>
          <p:cNvSpPr/>
          <p:nvPr/>
        </p:nvSpPr>
        <p:spPr>
          <a:xfrm>
            <a:off x="6419850" y="3435348"/>
            <a:ext cx="5278438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-version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08725" y="3879848"/>
            <a:ext cx="5429250" cy="1365250"/>
          </a:xfrm>
          <a:custGeom>
            <a:avLst/>
            <a:gdLst/>
            <a:ahLst/>
            <a:cxnLst/>
            <a:rect l="l" t="t" r="r" b="b"/>
            <a:pathLst>
              <a:path w="5429250" h="1365250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1301752"/>
                </a:lnTo>
                <a:cubicBezTo>
                  <a:pt x="5429250" y="1336821"/>
                  <a:pt x="5400821" y="1365250"/>
                  <a:pt x="5365752" y="1365250"/>
                </a:cubicBez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64" name="Shape 62"/>
          <p:cNvSpPr/>
          <p:nvPr/>
        </p:nvSpPr>
        <p:spPr>
          <a:xfrm>
            <a:off x="6308725" y="3879848"/>
            <a:ext cx="31750" cy="1365250"/>
          </a:xfrm>
          <a:custGeom>
            <a:avLst/>
            <a:gdLst/>
            <a:ahLst/>
            <a:cxnLst/>
            <a:rect l="l" t="t" r="r" b="b"/>
            <a:pathLst>
              <a:path w="31750" h="1365250">
                <a:moveTo>
                  <a:pt x="31750" y="0"/>
                </a:moveTo>
                <a:lnTo>
                  <a:pt x="31750" y="0"/>
                </a:lnTo>
                <a:lnTo>
                  <a:pt x="31750" y="1365250"/>
                </a:ln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65" name="Shape 63"/>
          <p:cNvSpPr/>
          <p:nvPr/>
        </p:nvSpPr>
        <p:spPr>
          <a:xfrm>
            <a:off x="6419850" y="397509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66" name="Text 64"/>
          <p:cNvSpPr/>
          <p:nvPr/>
        </p:nvSpPr>
        <p:spPr>
          <a:xfrm>
            <a:off x="6388100" y="397509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E1E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769100" y="3990973"/>
            <a:ext cx="539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Запуск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419850" y="429259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Варианты запуска приложения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419850" y="4546598"/>
            <a:ext cx="5222875" cy="285750"/>
          </a:xfrm>
          <a:custGeom>
            <a:avLst/>
            <a:gdLst/>
            <a:ahLst/>
            <a:cxnLst/>
            <a:rect l="l" t="t" r="r" b="b"/>
            <a:pathLst>
              <a:path w="5222875" h="285750">
                <a:moveTo>
                  <a:pt x="31750" y="0"/>
                </a:moveTo>
                <a:lnTo>
                  <a:pt x="5191125" y="0"/>
                </a:lnTo>
                <a:cubicBezTo>
                  <a:pt x="5208660" y="0"/>
                  <a:pt x="5222875" y="14215"/>
                  <a:pt x="5222875" y="31750"/>
                </a:cubicBezTo>
                <a:lnTo>
                  <a:pt x="5222875" y="254000"/>
                </a:lnTo>
                <a:cubicBezTo>
                  <a:pt x="5222875" y="271535"/>
                  <a:pt x="5208660" y="285750"/>
                  <a:pt x="519112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2C2C"/>
          </a:solidFill>
          <a:ln/>
        </p:spPr>
      </p:sp>
      <p:sp>
        <p:nvSpPr>
          <p:cNvPr id="70" name="Text 68"/>
          <p:cNvSpPr/>
          <p:nvPr/>
        </p:nvSpPr>
        <p:spPr>
          <a:xfrm>
            <a:off x="6419850" y="4546598"/>
            <a:ext cx="5278438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-jar Finlytics.jar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419850" y="4864098"/>
            <a:ext cx="5222875" cy="285750"/>
          </a:xfrm>
          <a:custGeom>
            <a:avLst/>
            <a:gdLst/>
            <a:ahLst/>
            <a:cxnLst/>
            <a:rect l="l" t="t" r="r" b="b"/>
            <a:pathLst>
              <a:path w="5222875" h="285750">
                <a:moveTo>
                  <a:pt x="31750" y="0"/>
                </a:moveTo>
                <a:lnTo>
                  <a:pt x="5191125" y="0"/>
                </a:lnTo>
                <a:cubicBezTo>
                  <a:pt x="5208660" y="0"/>
                  <a:pt x="5222875" y="14215"/>
                  <a:pt x="5222875" y="31750"/>
                </a:cubicBezTo>
                <a:lnTo>
                  <a:pt x="5222875" y="254000"/>
                </a:lnTo>
                <a:cubicBezTo>
                  <a:pt x="5222875" y="271535"/>
                  <a:pt x="5208660" y="285750"/>
                  <a:pt x="5191125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2C2C"/>
          </a:solidFill>
          <a:ln/>
        </p:spPr>
      </p:sp>
      <p:sp>
        <p:nvSpPr>
          <p:cNvPr id="72" name="Text 70"/>
          <p:cNvSpPr/>
          <p:nvPr/>
        </p:nvSpPr>
        <p:spPr>
          <a:xfrm>
            <a:off x="6419850" y="4864098"/>
            <a:ext cx="5278438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Двойной клик по файлу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308725" y="5308598"/>
            <a:ext cx="5429250" cy="889000"/>
          </a:xfrm>
          <a:custGeom>
            <a:avLst/>
            <a:gdLst/>
            <a:ahLst/>
            <a:cxnLst/>
            <a:rect l="l" t="t" r="r" b="b"/>
            <a:pathLst>
              <a:path w="5429250" h="889000">
                <a:moveTo>
                  <a:pt x="31750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825499"/>
                </a:lnTo>
                <a:cubicBezTo>
                  <a:pt x="5429250" y="860570"/>
                  <a:pt x="5400820" y="889000"/>
                  <a:pt x="5365749" y="889000"/>
                </a:cubicBezTo>
                <a:lnTo>
                  <a:pt x="31750" y="889000"/>
                </a:lnTo>
                <a:cubicBezTo>
                  <a:pt x="14215" y="889000"/>
                  <a:pt x="0" y="874785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74" name="Shape 72"/>
          <p:cNvSpPr/>
          <p:nvPr/>
        </p:nvSpPr>
        <p:spPr>
          <a:xfrm>
            <a:off x="6308725" y="5308598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75" name="Shape 73"/>
          <p:cNvSpPr/>
          <p:nvPr/>
        </p:nvSpPr>
        <p:spPr>
          <a:xfrm>
            <a:off x="6419850" y="540384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76" name="Text 74"/>
          <p:cNvSpPr/>
          <p:nvPr/>
        </p:nvSpPr>
        <p:spPr>
          <a:xfrm>
            <a:off x="6388100" y="540384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769100" y="5419723"/>
            <a:ext cx="114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Инициализация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419850" y="5721348"/>
            <a:ext cx="5286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 первом запуске автоматически создается база данных со стандартными категориями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450850" y="6140771"/>
            <a:ext cx="5443538" cy="387350"/>
          </a:xfrm>
          <a:custGeom>
            <a:avLst/>
            <a:gdLst/>
            <a:ahLst/>
            <a:cxnLst/>
            <a:rect l="l" t="t" r="r" b="b"/>
            <a:pathLst>
              <a:path w="5443538" h="387350">
                <a:moveTo>
                  <a:pt x="63498" y="0"/>
                </a:moveTo>
                <a:lnTo>
                  <a:pt x="5380039" y="0"/>
                </a:lnTo>
                <a:cubicBezTo>
                  <a:pt x="5415085" y="0"/>
                  <a:pt x="5443538" y="28453"/>
                  <a:pt x="5443538" y="63498"/>
                </a:cubicBezTo>
                <a:lnTo>
                  <a:pt x="5443538" y="323852"/>
                </a:lnTo>
                <a:cubicBezTo>
                  <a:pt x="5443538" y="358897"/>
                  <a:pt x="5415085" y="387350"/>
                  <a:pt x="5380039" y="387350"/>
                </a:cubicBezTo>
                <a:lnTo>
                  <a:pt x="63498" y="387350"/>
                </a:lnTo>
                <a:cubicBezTo>
                  <a:pt x="28453" y="387350"/>
                  <a:pt x="0" y="358897"/>
                  <a:pt x="0" y="323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ADE80">
              <a:alpha val="10196"/>
            </a:srgbClr>
          </a:solidFill>
          <a:ln w="10160">
            <a:solidFill>
              <a:srgbClr val="4ADE80">
                <a:alpha val="30196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5150" y="627094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81" name="Text 79"/>
          <p:cNvSpPr/>
          <p:nvPr/>
        </p:nvSpPr>
        <p:spPr>
          <a:xfrm>
            <a:off x="747713" y="6239195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Кроссплатформенность проверена:</a:t>
            </a: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Windows 11, Ubuntu 22.04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49250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15875" y="0"/>
                </a:moveTo>
                <a:lnTo>
                  <a:pt x="15875" y="0"/>
                </a:lnTo>
                <a:cubicBezTo>
                  <a:pt x="24637" y="0"/>
                  <a:pt x="31750" y="7113"/>
                  <a:pt x="31750" y="15875"/>
                </a:cubicBezTo>
                <a:lnTo>
                  <a:pt x="31750" y="238125"/>
                </a:lnTo>
                <a:cubicBezTo>
                  <a:pt x="31750" y="246887"/>
                  <a:pt x="24637" y="254000"/>
                  <a:pt x="15875" y="254000"/>
                </a:cubicBezTo>
                <a:lnTo>
                  <a:pt x="15875" y="254000"/>
                </a:lnTo>
                <a:cubicBezTo>
                  <a:pt x="7113" y="254000"/>
                  <a:pt x="0" y="246887"/>
                  <a:pt x="0" y="23812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3921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Документация разработчика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698500"/>
            <a:ext cx="1150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KDoc комментарии и генерация документации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050925"/>
            <a:ext cx="5705475" cy="2911475"/>
          </a:xfrm>
          <a:custGeom>
            <a:avLst/>
            <a:gdLst/>
            <a:ahLst/>
            <a:cxnLst/>
            <a:rect l="l" t="t" r="r" b="b"/>
            <a:pathLst>
              <a:path w="5705475" h="2911475">
                <a:moveTo>
                  <a:pt x="95263" y="0"/>
                </a:moveTo>
                <a:lnTo>
                  <a:pt x="5610212" y="0"/>
                </a:lnTo>
                <a:cubicBezTo>
                  <a:pt x="5662824" y="0"/>
                  <a:pt x="5705475" y="42651"/>
                  <a:pt x="5705475" y="95263"/>
                </a:cubicBezTo>
                <a:lnTo>
                  <a:pt x="5705475" y="2816212"/>
                </a:lnTo>
                <a:cubicBezTo>
                  <a:pt x="5705475" y="2868824"/>
                  <a:pt x="5662824" y="2911475"/>
                  <a:pt x="5610212" y="2911475"/>
                </a:cubicBezTo>
                <a:lnTo>
                  <a:pt x="95263" y="2911475"/>
                </a:lnTo>
                <a:cubicBezTo>
                  <a:pt x="42651" y="2911475"/>
                  <a:pt x="0" y="2868824"/>
                  <a:pt x="0" y="2816212"/>
                </a:cubicBezTo>
                <a:lnTo>
                  <a:pt x="0" y="95263"/>
                </a:lnTo>
                <a:cubicBezTo>
                  <a:pt x="0" y="42651"/>
                  <a:pt x="42651" y="0"/>
                  <a:pt x="95263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0850" y="11810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9913" y="127634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8" name="Text 6"/>
          <p:cNvSpPr/>
          <p:nvPr/>
        </p:nvSpPr>
        <p:spPr>
          <a:xfrm>
            <a:off x="927100" y="1260473"/>
            <a:ext cx="1952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KDoc документирование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0850" y="1657348"/>
            <a:ext cx="5508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 публичные классы, функции и свойства имеют подробные KDoc-комментарии с описанием назначения, параметров, возвращаемых значений и возможных исключений.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4025" y="2168523"/>
            <a:ext cx="5443538" cy="1657350"/>
          </a:xfrm>
          <a:custGeom>
            <a:avLst/>
            <a:gdLst/>
            <a:ahLst/>
            <a:cxnLst/>
            <a:rect l="l" t="t" r="r" b="b"/>
            <a:pathLst>
              <a:path w="5443538" h="1657350">
                <a:moveTo>
                  <a:pt x="63493" y="0"/>
                </a:moveTo>
                <a:lnTo>
                  <a:pt x="5380044" y="0"/>
                </a:lnTo>
                <a:cubicBezTo>
                  <a:pt x="5415111" y="0"/>
                  <a:pt x="5443538" y="28427"/>
                  <a:pt x="5443538" y="63493"/>
                </a:cubicBezTo>
                <a:lnTo>
                  <a:pt x="5443538" y="1593857"/>
                </a:lnTo>
                <a:cubicBezTo>
                  <a:pt x="5443537" y="1628923"/>
                  <a:pt x="5415111" y="1657350"/>
                  <a:pt x="5380044" y="1657350"/>
                </a:cubicBezTo>
                <a:lnTo>
                  <a:pt x="63493" y="1657350"/>
                </a:lnTo>
                <a:cubicBezTo>
                  <a:pt x="28427" y="1657350"/>
                  <a:pt x="0" y="1628923"/>
                  <a:pt x="0" y="1593857"/>
                </a:cubicBezTo>
                <a:lnTo>
                  <a:pt x="0" y="63493"/>
                </a:lnTo>
                <a:cubicBezTo>
                  <a:pt x="0" y="28450"/>
                  <a:pt x="28450" y="0"/>
                  <a:pt x="63493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450" y="2266955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/**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5950" y="2457455"/>
            <a:ext cx="523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* ViewModel для управления состоянием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5950" y="2616205"/>
            <a:ext cx="523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7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* приложения и бизнес-логикой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950" y="2774955"/>
            <a:ext cx="523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*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5950" y="2933705"/>
            <a:ext cx="523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* @param repo Репозиторий для доступа к данным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5950" y="3092455"/>
            <a:ext cx="523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*/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2450" y="3251205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 </a:t>
            </a:r>
            <a:r>
              <a:rPr lang="en-US" sz="875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FinanceViewModel(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9450" y="3409955"/>
            <a:ext cx="5175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private val repo: FinanceRepository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2450" y="3568705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{ ... }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675" y="4092577"/>
            <a:ext cx="5705475" cy="2416173"/>
          </a:xfrm>
          <a:custGeom>
            <a:avLst/>
            <a:gdLst/>
            <a:ahLst/>
            <a:cxnLst/>
            <a:rect l="l" t="t" r="r" b="b"/>
            <a:pathLst>
              <a:path w="5705475" h="3038475">
                <a:moveTo>
                  <a:pt x="95256" y="0"/>
                </a:moveTo>
                <a:lnTo>
                  <a:pt x="5610219" y="0"/>
                </a:lnTo>
                <a:cubicBezTo>
                  <a:pt x="5662827" y="0"/>
                  <a:pt x="5705475" y="42648"/>
                  <a:pt x="5705475" y="95256"/>
                </a:cubicBezTo>
                <a:lnTo>
                  <a:pt x="5705475" y="2943219"/>
                </a:lnTo>
                <a:cubicBezTo>
                  <a:pt x="5705475" y="2995827"/>
                  <a:pt x="5662827" y="3038475"/>
                  <a:pt x="5610219" y="3038475"/>
                </a:cubicBezTo>
                <a:lnTo>
                  <a:pt x="95256" y="3038475"/>
                </a:lnTo>
                <a:cubicBezTo>
                  <a:pt x="42648" y="3038475"/>
                  <a:pt x="0" y="2995827"/>
                  <a:pt x="0" y="2943219"/>
                </a:cubicBezTo>
                <a:lnTo>
                  <a:pt x="0" y="95256"/>
                </a:lnTo>
                <a:cubicBezTo>
                  <a:pt x="0" y="42648"/>
                  <a:pt x="42648" y="0"/>
                  <a:pt x="95256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0850" y="4222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58006" y="43180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927100" y="4302125"/>
            <a:ext cx="1484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Инструмент Dokka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0850" y="4699000"/>
            <a:ext cx="5508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Dokka — официальный инструмент генерации документации для Kotlin. Создает HTML-документацию из KDoc-комментариев.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6725" y="5238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673100" y="5207000"/>
            <a:ext cx="230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Автоматическая генерация из Gradle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6725" y="5492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8" name="Text 26"/>
          <p:cNvSpPr/>
          <p:nvPr/>
        </p:nvSpPr>
        <p:spPr>
          <a:xfrm>
            <a:off x="673100" y="5461000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HTML-формат с навигацией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6725" y="5746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0" name="Text 28"/>
          <p:cNvSpPr/>
          <p:nvPr/>
        </p:nvSpPr>
        <p:spPr>
          <a:xfrm>
            <a:off x="673100" y="5715000"/>
            <a:ext cx="161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Интеграция с IntelliJ IDEA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4025" y="6003925"/>
            <a:ext cx="5443538" cy="355600"/>
          </a:xfrm>
          <a:custGeom>
            <a:avLst/>
            <a:gdLst/>
            <a:ahLst/>
            <a:cxnLst/>
            <a:rect l="l" t="t" r="r" b="b"/>
            <a:pathLst>
              <a:path w="5443538" h="355600">
                <a:moveTo>
                  <a:pt x="63499" y="0"/>
                </a:moveTo>
                <a:lnTo>
                  <a:pt x="5380038" y="0"/>
                </a:lnTo>
                <a:cubicBezTo>
                  <a:pt x="5415108" y="0"/>
                  <a:pt x="5443538" y="28430"/>
                  <a:pt x="5443538" y="63499"/>
                </a:cubicBezTo>
                <a:lnTo>
                  <a:pt x="5443538" y="292101"/>
                </a:lnTo>
                <a:cubicBezTo>
                  <a:pt x="5443538" y="327170"/>
                  <a:pt x="5415108" y="355600"/>
                  <a:pt x="5380038" y="355600"/>
                </a:cubicBezTo>
                <a:lnTo>
                  <a:pt x="63499" y="355600"/>
                </a:lnTo>
                <a:cubicBezTo>
                  <a:pt x="28430" y="355600"/>
                  <a:pt x="0" y="327170"/>
                  <a:pt x="0" y="2921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2450" y="6102348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./gradlew dokkaHtml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62675" y="1050925"/>
            <a:ext cx="5705475" cy="4102413"/>
          </a:xfrm>
          <a:custGeom>
            <a:avLst/>
            <a:gdLst/>
            <a:ahLst/>
            <a:cxnLst/>
            <a:rect l="l" t="t" r="r" b="b"/>
            <a:pathLst>
              <a:path w="5705475" h="6086475">
                <a:moveTo>
                  <a:pt x="95224" y="0"/>
                </a:moveTo>
                <a:lnTo>
                  <a:pt x="5610251" y="0"/>
                </a:lnTo>
                <a:cubicBezTo>
                  <a:pt x="5662842" y="0"/>
                  <a:pt x="5705475" y="42633"/>
                  <a:pt x="5705475" y="95224"/>
                </a:cubicBezTo>
                <a:lnTo>
                  <a:pt x="5705475" y="5991251"/>
                </a:lnTo>
                <a:cubicBezTo>
                  <a:pt x="5705475" y="6043842"/>
                  <a:pt x="5662842" y="6086475"/>
                  <a:pt x="5610251" y="6086475"/>
                </a:cubicBezTo>
                <a:lnTo>
                  <a:pt x="95224" y="6086475"/>
                </a:lnTo>
                <a:cubicBezTo>
                  <a:pt x="42633" y="6086475"/>
                  <a:pt x="0" y="6043842"/>
                  <a:pt x="0" y="5991251"/>
                </a:cubicBezTo>
                <a:lnTo>
                  <a:pt x="0" y="95224"/>
                </a:lnTo>
                <a:cubicBezTo>
                  <a:pt x="0" y="42669"/>
                  <a:pt x="42669" y="0"/>
                  <a:pt x="95224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92850" y="11810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388100" y="127634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36" name="Text 34"/>
          <p:cNvSpPr/>
          <p:nvPr/>
        </p:nvSpPr>
        <p:spPr>
          <a:xfrm>
            <a:off x="6769100" y="1260473"/>
            <a:ext cx="197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Структура документации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281737" y="4638687"/>
            <a:ext cx="5443538" cy="387350"/>
          </a:xfrm>
          <a:custGeom>
            <a:avLst/>
            <a:gdLst/>
            <a:ahLst/>
            <a:cxnLst/>
            <a:rect l="l" t="t" r="r" b="b"/>
            <a:pathLst>
              <a:path w="5443538" h="387350">
                <a:moveTo>
                  <a:pt x="63498" y="0"/>
                </a:moveTo>
                <a:lnTo>
                  <a:pt x="5380039" y="0"/>
                </a:lnTo>
                <a:cubicBezTo>
                  <a:pt x="5415085" y="0"/>
                  <a:pt x="5443538" y="28453"/>
                  <a:pt x="5443538" y="63498"/>
                </a:cubicBezTo>
                <a:lnTo>
                  <a:pt x="5443538" y="323852"/>
                </a:lnTo>
                <a:cubicBezTo>
                  <a:pt x="5443538" y="358897"/>
                  <a:pt x="5415085" y="387350"/>
                  <a:pt x="5380039" y="387350"/>
                </a:cubicBezTo>
                <a:lnTo>
                  <a:pt x="63498" y="387350"/>
                </a:lnTo>
                <a:cubicBezTo>
                  <a:pt x="28453" y="387350"/>
                  <a:pt x="0" y="358897"/>
                  <a:pt x="0" y="323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DE80">
                  <a:alpha val="20000"/>
                </a:srgbClr>
              </a:gs>
              <a:gs pos="100000">
                <a:srgbClr val="2176FF">
                  <a:alpha val="20000"/>
                </a:srgbClr>
              </a:gs>
            </a:gsLst>
            <a:lin ang="2700000" scaled="1"/>
          </a:gradFill>
          <a:ln w="1016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96037" y="47688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80" name="Text 78"/>
          <p:cNvSpPr/>
          <p:nvPr/>
        </p:nvSpPr>
        <p:spPr>
          <a:xfrm>
            <a:off x="6578600" y="4737119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Соответствие стандарту:</a:t>
            </a:r>
            <a:r>
              <a:rPr lang="en-US" sz="10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ГОСТ 34.201-2020 на документирование ПО</a:t>
            </a:r>
            <a:endParaRPr lang="en-US" sz="1600" dirty="0"/>
          </a:p>
        </p:txBody>
      </p:sp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B32CF644-C7E9-FB0B-69E5-FFD22EEA90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281"/>
          <a:stretch>
            <a:fillRect/>
          </a:stretch>
        </p:blipFill>
        <p:spPr bwMode="auto">
          <a:xfrm>
            <a:off x="6292850" y="1704662"/>
            <a:ext cx="5414821" cy="2819713"/>
          </a:xfrm>
          <a:prstGeom prst="roundRect">
            <a:avLst>
              <a:gd name="adj" fmla="val 3013"/>
            </a:avLst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5872" y="380460"/>
            <a:ext cx="34587" cy="276698"/>
          </a:xfrm>
          <a:custGeom>
            <a:avLst/>
            <a:gdLst/>
            <a:ahLst/>
            <a:cxnLst/>
            <a:rect l="l" t="t" r="r" b="b"/>
            <a:pathLst>
              <a:path w="34587" h="276698">
                <a:moveTo>
                  <a:pt x="17294" y="0"/>
                </a:moveTo>
                <a:lnTo>
                  <a:pt x="17294" y="0"/>
                </a:lnTo>
                <a:cubicBezTo>
                  <a:pt x="26838" y="0"/>
                  <a:pt x="34587" y="7749"/>
                  <a:pt x="34587" y="17294"/>
                </a:cubicBezTo>
                <a:lnTo>
                  <a:pt x="34587" y="259404"/>
                </a:lnTo>
                <a:cubicBezTo>
                  <a:pt x="34587" y="268955"/>
                  <a:pt x="26845" y="276698"/>
                  <a:pt x="17294" y="276698"/>
                </a:cubicBezTo>
                <a:lnTo>
                  <a:pt x="17294" y="276698"/>
                </a:lnTo>
                <a:cubicBezTo>
                  <a:pt x="7743" y="276698"/>
                  <a:pt x="0" y="268955"/>
                  <a:pt x="0" y="259404"/>
                </a:cubicBezTo>
                <a:lnTo>
                  <a:pt x="0" y="17294"/>
                </a:lnTo>
                <a:cubicBezTo>
                  <a:pt x="0" y="7749"/>
                  <a:pt x="7749" y="0"/>
                  <a:pt x="17294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3" name="Text 1"/>
          <p:cNvSpPr/>
          <p:nvPr/>
        </p:nvSpPr>
        <p:spPr>
          <a:xfrm>
            <a:off x="484221" y="345872"/>
            <a:ext cx="4245583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1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Документация пользователя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4221" y="760919"/>
            <a:ext cx="11439728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Встроенная помощь и GitHub Wiki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53372" y="597247"/>
            <a:ext cx="5670577" cy="2688814"/>
          </a:xfrm>
          <a:custGeom>
            <a:avLst/>
            <a:gdLst/>
            <a:ahLst/>
            <a:cxnLst/>
            <a:rect l="l" t="t" r="r" b="b"/>
            <a:pathLst>
              <a:path w="5670577" h="3474288">
                <a:moveTo>
                  <a:pt x="103777" y="0"/>
                </a:moveTo>
                <a:lnTo>
                  <a:pt x="5566800" y="0"/>
                </a:lnTo>
                <a:cubicBezTo>
                  <a:pt x="5624114" y="0"/>
                  <a:pt x="5670577" y="46463"/>
                  <a:pt x="5670577" y="103777"/>
                </a:cubicBezTo>
                <a:lnTo>
                  <a:pt x="5670577" y="3370511"/>
                </a:lnTo>
                <a:cubicBezTo>
                  <a:pt x="5670577" y="3427825"/>
                  <a:pt x="5624114" y="3474288"/>
                  <a:pt x="5566800" y="3474288"/>
                </a:cubicBezTo>
                <a:lnTo>
                  <a:pt x="103777" y="3474288"/>
                </a:lnTo>
                <a:cubicBezTo>
                  <a:pt x="46463" y="3474288"/>
                  <a:pt x="0" y="3427825"/>
                  <a:pt x="0" y="3370511"/>
                </a:cubicBezTo>
                <a:lnTo>
                  <a:pt x="0" y="103777"/>
                </a:lnTo>
                <a:cubicBezTo>
                  <a:pt x="0" y="46463"/>
                  <a:pt x="46463" y="0"/>
                  <a:pt x="103777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95180" y="739053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69176" y="0"/>
                </a:moveTo>
                <a:lnTo>
                  <a:pt x="345871" y="0"/>
                </a:lnTo>
                <a:cubicBezTo>
                  <a:pt x="384050" y="0"/>
                  <a:pt x="415047" y="30997"/>
                  <a:pt x="415047" y="69176"/>
                </a:cubicBezTo>
                <a:lnTo>
                  <a:pt x="415047" y="345871"/>
                </a:lnTo>
                <a:cubicBezTo>
                  <a:pt x="415047" y="384050"/>
                  <a:pt x="384050" y="415047"/>
                  <a:pt x="345871" y="415047"/>
                </a:cubicBezTo>
                <a:lnTo>
                  <a:pt x="69176" y="415047"/>
                </a:lnTo>
                <a:cubicBezTo>
                  <a:pt x="30997" y="415047"/>
                  <a:pt x="0" y="384050"/>
                  <a:pt x="0" y="345871"/>
                </a:cubicBezTo>
                <a:lnTo>
                  <a:pt x="0" y="69176"/>
                </a:lnTo>
                <a:cubicBezTo>
                  <a:pt x="0" y="30997"/>
                  <a:pt x="30997" y="0"/>
                  <a:pt x="69176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98941" y="842815"/>
            <a:ext cx="207523" cy="207523"/>
          </a:xfrm>
          <a:custGeom>
            <a:avLst/>
            <a:gdLst/>
            <a:ahLst/>
            <a:cxnLst/>
            <a:rect l="l" t="t" r="r" b="b"/>
            <a:pathLst>
              <a:path w="207523" h="207523">
                <a:moveTo>
                  <a:pt x="103762" y="207523"/>
                </a:moveTo>
                <a:cubicBezTo>
                  <a:pt x="161029" y="207523"/>
                  <a:pt x="207523" y="161029"/>
                  <a:pt x="207523" y="103762"/>
                </a:cubicBezTo>
                <a:cubicBezTo>
                  <a:pt x="207523" y="46494"/>
                  <a:pt x="161029" y="0"/>
                  <a:pt x="103762" y="0"/>
                </a:cubicBezTo>
                <a:cubicBezTo>
                  <a:pt x="46494" y="0"/>
                  <a:pt x="0" y="46494"/>
                  <a:pt x="0" y="103762"/>
                </a:cubicBezTo>
                <a:cubicBezTo>
                  <a:pt x="0" y="161029"/>
                  <a:pt x="46494" y="207523"/>
                  <a:pt x="103762" y="207523"/>
                </a:cubicBezTo>
                <a:close/>
                <a:moveTo>
                  <a:pt x="103762" y="71336"/>
                </a:moveTo>
                <a:cubicBezTo>
                  <a:pt x="96588" y="71336"/>
                  <a:pt x="90791" y="77132"/>
                  <a:pt x="90791" y="84306"/>
                </a:cubicBezTo>
                <a:cubicBezTo>
                  <a:pt x="90791" y="89697"/>
                  <a:pt x="86455" y="94034"/>
                  <a:pt x="81064" y="94034"/>
                </a:cubicBezTo>
                <a:cubicBezTo>
                  <a:pt x="75673" y="94034"/>
                  <a:pt x="71336" y="89697"/>
                  <a:pt x="71336" y="84306"/>
                </a:cubicBezTo>
                <a:cubicBezTo>
                  <a:pt x="71336" y="66391"/>
                  <a:pt x="85847" y="51881"/>
                  <a:pt x="103762" y="51881"/>
                </a:cubicBezTo>
                <a:cubicBezTo>
                  <a:pt x="121677" y="51881"/>
                  <a:pt x="136187" y="66391"/>
                  <a:pt x="136187" y="84306"/>
                </a:cubicBezTo>
                <a:cubicBezTo>
                  <a:pt x="136187" y="103437"/>
                  <a:pt x="121596" y="111544"/>
                  <a:pt x="113489" y="114503"/>
                </a:cubicBezTo>
                <a:lnTo>
                  <a:pt x="113489" y="116043"/>
                </a:lnTo>
                <a:cubicBezTo>
                  <a:pt x="113489" y="121434"/>
                  <a:pt x="109152" y="125771"/>
                  <a:pt x="103762" y="125771"/>
                </a:cubicBezTo>
                <a:cubicBezTo>
                  <a:pt x="98371" y="125771"/>
                  <a:pt x="94034" y="121434"/>
                  <a:pt x="94034" y="116043"/>
                </a:cubicBezTo>
                <a:lnTo>
                  <a:pt x="94034" y="112760"/>
                </a:lnTo>
                <a:cubicBezTo>
                  <a:pt x="94034" y="104451"/>
                  <a:pt x="100033" y="98493"/>
                  <a:pt x="106234" y="96466"/>
                </a:cubicBezTo>
                <a:cubicBezTo>
                  <a:pt x="108828" y="95615"/>
                  <a:pt x="111584" y="94237"/>
                  <a:pt x="113611" y="92291"/>
                </a:cubicBezTo>
                <a:cubicBezTo>
                  <a:pt x="115354" y="90589"/>
                  <a:pt x="116732" y="88238"/>
                  <a:pt x="116732" y="84347"/>
                </a:cubicBezTo>
                <a:cubicBezTo>
                  <a:pt x="116732" y="77173"/>
                  <a:pt x="110936" y="71377"/>
                  <a:pt x="103762" y="71377"/>
                </a:cubicBezTo>
                <a:close/>
                <a:moveTo>
                  <a:pt x="90791" y="149157"/>
                </a:moveTo>
                <a:cubicBezTo>
                  <a:pt x="90791" y="141999"/>
                  <a:pt x="96603" y="136187"/>
                  <a:pt x="103762" y="136187"/>
                </a:cubicBezTo>
                <a:cubicBezTo>
                  <a:pt x="110920" y="136187"/>
                  <a:pt x="116732" y="141999"/>
                  <a:pt x="116732" y="149157"/>
                </a:cubicBezTo>
                <a:cubicBezTo>
                  <a:pt x="116732" y="156316"/>
                  <a:pt x="110920" y="162128"/>
                  <a:pt x="103762" y="162128"/>
                </a:cubicBezTo>
                <a:cubicBezTo>
                  <a:pt x="96603" y="162128"/>
                  <a:pt x="90791" y="156316"/>
                  <a:pt x="90791" y="149157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8" name="Text 6"/>
          <p:cNvSpPr/>
          <p:nvPr/>
        </p:nvSpPr>
        <p:spPr>
          <a:xfrm>
            <a:off x="6913988" y="825522"/>
            <a:ext cx="2118468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Встроенная помощь в UI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98638" y="1261321"/>
            <a:ext cx="5385232" cy="1113709"/>
          </a:xfrm>
          <a:custGeom>
            <a:avLst/>
            <a:gdLst/>
            <a:ahLst/>
            <a:cxnLst/>
            <a:rect l="l" t="t" r="r" b="b"/>
            <a:pathLst>
              <a:path w="5385232" h="1113709">
                <a:moveTo>
                  <a:pt x="69172" y="0"/>
                </a:moveTo>
                <a:lnTo>
                  <a:pt x="5316060" y="0"/>
                </a:lnTo>
                <a:cubicBezTo>
                  <a:pt x="5354237" y="0"/>
                  <a:pt x="5385232" y="30995"/>
                  <a:pt x="5385232" y="69172"/>
                </a:cubicBezTo>
                <a:lnTo>
                  <a:pt x="5385232" y="1044536"/>
                </a:lnTo>
                <a:cubicBezTo>
                  <a:pt x="5385232" y="1082739"/>
                  <a:pt x="5354263" y="1113709"/>
                  <a:pt x="5316060" y="1113709"/>
                </a:cubicBezTo>
                <a:lnTo>
                  <a:pt x="69172" y="1113709"/>
                </a:lnTo>
                <a:cubicBezTo>
                  <a:pt x="30995" y="1113709"/>
                  <a:pt x="0" y="1082714"/>
                  <a:pt x="0" y="1044536"/>
                </a:cubicBezTo>
                <a:lnTo>
                  <a:pt x="0" y="69172"/>
                </a:lnTo>
                <a:cubicBezTo>
                  <a:pt x="0" y="30995"/>
                  <a:pt x="30995" y="0"/>
                  <a:pt x="69172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1799" y="1403135"/>
            <a:ext cx="121055" cy="138349"/>
          </a:xfrm>
          <a:custGeom>
            <a:avLst/>
            <a:gdLst/>
            <a:ahLst/>
            <a:cxnLst/>
            <a:rect l="l" t="t" r="r" b="b"/>
            <a:pathLst>
              <a:path w="121055" h="138349">
                <a:moveTo>
                  <a:pt x="20887" y="676"/>
                </a:moveTo>
                <a:cubicBezTo>
                  <a:pt x="23076" y="-432"/>
                  <a:pt x="25724" y="-189"/>
                  <a:pt x="27670" y="1297"/>
                </a:cubicBezTo>
                <a:lnTo>
                  <a:pt x="114138" y="66121"/>
                </a:lnTo>
                <a:cubicBezTo>
                  <a:pt x="116381" y="67796"/>
                  <a:pt x="117272" y="70715"/>
                  <a:pt x="116408" y="73363"/>
                </a:cubicBezTo>
                <a:cubicBezTo>
                  <a:pt x="115543" y="76011"/>
                  <a:pt x="113057" y="77794"/>
                  <a:pt x="110247" y="77794"/>
                </a:cubicBezTo>
                <a:lnTo>
                  <a:pt x="69093" y="77794"/>
                </a:lnTo>
                <a:lnTo>
                  <a:pt x="93115" y="125811"/>
                </a:lnTo>
                <a:cubicBezTo>
                  <a:pt x="95250" y="130080"/>
                  <a:pt x="93521" y="135269"/>
                  <a:pt x="89251" y="137403"/>
                </a:cubicBezTo>
                <a:cubicBezTo>
                  <a:pt x="84982" y="139538"/>
                  <a:pt x="79794" y="137809"/>
                  <a:pt x="77659" y="133539"/>
                </a:cubicBezTo>
                <a:lnTo>
                  <a:pt x="53637" y="85522"/>
                </a:lnTo>
                <a:lnTo>
                  <a:pt x="28967" y="118434"/>
                </a:lnTo>
                <a:cubicBezTo>
                  <a:pt x="27291" y="120677"/>
                  <a:pt x="24373" y="121569"/>
                  <a:pt x="21725" y="120704"/>
                </a:cubicBezTo>
                <a:cubicBezTo>
                  <a:pt x="19077" y="119839"/>
                  <a:pt x="17294" y="117353"/>
                  <a:pt x="17294" y="114570"/>
                </a:cubicBezTo>
                <a:lnTo>
                  <a:pt x="17294" y="6485"/>
                </a:lnTo>
                <a:cubicBezTo>
                  <a:pt x="17294" y="4026"/>
                  <a:pt x="18672" y="1783"/>
                  <a:pt x="20887" y="676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6747969" y="1368548"/>
            <a:ext cx="2395166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ToolTips (всплывающие подсказки)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5859" y="1645246"/>
            <a:ext cx="5231319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 ключевые элементы управления снабжены подсказками, поясняющими их назначение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05859" y="2060293"/>
            <a:ext cx="501515" cy="207523"/>
          </a:xfrm>
          <a:custGeom>
            <a:avLst/>
            <a:gdLst/>
            <a:ahLst/>
            <a:cxnLst/>
            <a:rect l="l" t="t" r="r" b="b"/>
            <a:pathLst>
              <a:path w="501515" h="207523">
                <a:moveTo>
                  <a:pt x="34588" y="0"/>
                </a:moveTo>
                <a:lnTo>
                  <a:pt x="466927" y="0"/>
                </a:lnTo>
                <a:cubicBezTo>
                  <a:pt x="486029" y="0"/>
                  <a:pt x="501515" y="15486"/>
                  <a:pt x="501515" y="34588"/>
                </a:cubicBezTo>
                <a:lnTo>
                  <a:pt x="501515" y="172935"/>
                </a:lnTo>
                <a:cubicBezTo>
                  <a:pt x="501515" y="192038"/>
                  <a:pt x="486029" y="207523"/>
                  <a:pt x="466927" y="207523"/>
                </a:cubicBezTo>
                <a:lnTo>
                  <a:pt x="34588" y="207523"/>
                </a:lnTo>
                <a:cubicBezTo>
                  <a:pt x="15498" y="207523"/>
                  <a:pt x="0" y="192025"/>
                  <a:pt x="0" y="172935"/>
                </a:cubicBezTo>
                <a:lnTo>
                  <a:pt x="0" y="34588"/>
                </a:lnTo>
                <a:cubicBezTo>
                  <a:pt x="0" y="15498"/>
                  <a:pt x="15498" y="0"/>
                  <a:pt x="34588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05859" y="2060293"/>
            <a:ext cx="553396" cy="207523"/>
          </a:xfrm>
          <a:prstGeom prst="rect">
            <a:avLst/>
          </a:prstGeom>
          <a:noFill/>
          <a:ln/>
        </p:spPr>
        <p:txBody>
          <a:bodyPr wrap="square" lIns="69174" tIns="34587" rIns="69174" bIns="34587" rtlCol="0" anchor="ctr"/>
          <a:lstStyle/>
          <a:p>
            <a:pPr>
              <a:lnSpc>
                <a:spcPct val="110000"/>
              </a:lnSpc>
            </a:pPr>
            <a:r>
              <a:rPr lang="en-US" sz="817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Кнопки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72549" y="2060293"/>
            <a:ext cx="700391" cy="207523"/>
          </a:xfrm>
          <a:custGeom>
            <a:avLst/>
            <a:gdLst/>
            <a:ahLst/>
            <a:cxnLst/>
            <a:rect l="l" t="t" r="r" b="b"/>
            <a:pathLst>
              <a:path w="700391" h="207523">
                <a:moveTo>
                  <a:pt x="34588" y="0"/>
                </a:moveTo>
                <a:lnTo>
                  <a:pt x="665804" y="0"/>
                </a:lnTo>
                <a:cubicBezTo>
                  <a:pt x="684906" y="0"/>
                  <a:pt x="700391" y="15486"/>
                  <a:pt x="700391" y="34588"/>
                </a:cubicBezTo>
                <a:lnTo>
                  <a:pt x="700391" y="172935"/>
                </a:lnTo>
                <a:cubicBezTo>
                  <a:pt x="700391" y="192038"/>
                  <a:pt x="684906" y="207523"/>
                  <a:pt x="665804" y="207523"/>
                </a:cubicBezTo>
                <a:lnTo>
                  <a:pt x="34588" y="207523"/>
                </a:lnTo>
                <a:cubicBezTo>
                  <a:pt x="15498" y="207523"/>
                  <a:pt x="0" y="192025"/>
                  <a:pt x="0" y="172935"/>
                </a:cubicBezTo>
                <a:lnTo>
                  <a:pt x="0" y="34588"/>
                </a:lnTo>
                <a:cubicBezTo>
                  <a:pt x="0" y="15498"/>
                  <a:pt x="15498" y="0"/>
                  <a:pt x="34588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072549" y="2060293"/>
            <a:ext cx="752272" cy="207523"/>
          </a:xfrm>
          <a:prstGeom prst="rect">
            <a:avLst/>
          </a:prstGeom>
          <a:noFill/>
          <a:ln/>
        </p:spPr>
        <p:txBody>
          <a:bodyPr wrap="square" lIns="69174" tIns="34587" rIns="69174" bIns="34587" rtlCol="0" anchor="ctr"/>
          <a:lstStyle/>
          <a:p>
            <a:pPr>
              <a:lnSpc>
                <a:spcPct val="110000"/>
              </a:lnSpc>
            </a:pPr>
            <a:r>
              <a:rPr lang="en-US" sz="817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Поля ввода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42872" y="2060293"/>
            <a:ext cx="587983" cy="207523"/>
          </a:xfrm>
          <a:custGeom>
            <a:avLst/>
            <a:gdLst/>
            <a:ahLst/>
            <a:cxnLst/>
            <a:rect l="l" t="t" r="r" b="b"/>
            <a:pathLst>
              <a:path w="587983" h="207523">
                <a:moveTo>
                  <a:pt x="34588" y="0"/>
                </a:moveTo>
                <a:lnTo>
                  <a:pt x="553395" y="0"/>
                </a:lnTo>
                <a:cubicBezTo>
                  <a:pt x="572497" y="0"/>
                  <a:pt x="587983" y="15486"/>
                  <a:pt x="587983" y="34588"/>
                </a:cubicBezTo>
                <a:lnTo>
                  <a:pt x="587983" y="172935"/>
                </a:lnTo>
                <a:cubicBezTo>
                  <a:pt x="587983" y="192038"/>
                  <a:pt x="572497" y="207523"/>
                  <a:pt x="553395" y="207523"/>
                </a:cubicBezTo>
                <a:lnTo>
                  <a:pt x="34588" y="207523"/>
                </a:lnTo>
                <a:cubicBezTo>
                  <a:pt x="15498" y="207523"/>
                  <a:pt x="0" y="192025"/>
                  <a:pt x="0" y="172935"/>
                </a:cubicBezTo>
                <a:lnTo>
                  <a:pt x="0" y="34588"/>
                </a:lnTo>
                <a:cubicBezTo>
                  <a:pt x="0" y="15498"/>
                  <a:pt x="15498" y="0"/>
                  <a:pt x="34588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842872" y="2060293"/>
            <a:ext cx="639864" cy="207523"/>
          </a:xfrm>
          <a:prstGeom prst="rect">
            <a:avLst/>
          </a:prstGeom>
          <a:noFill/>
          <a:ln/>
        </p:spPr>
        <p:txBody>
          <a:bodyPr wrap="square" lIns="69174" tIns="34587" rIns="69174" bIns="34587" rtlCol="0" anchor="ctr"/>
          <a:lstStyle/>
          <a:p>
            <a:pPr>
              <a:lnSpc>
                <a:spcPct val="110000"/>
              </a:lnSpc>
            </a:pPr>
            <a:r>
              <a:rPr lang="en-US" sz="817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Фильтры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98638" y="2485604"/>
            <a:ext cx="5385232" cy="664075"/>
          </a:xfrm>
          <a:custGeom>
            <a:avLst/>
            <a:gdLst/>
            <a:ahLst/>
            <a:cxnLst/>
            <a:rect l="l" t="t" r="r" b="b"/>
            <a:pathLst>
              <a:path w="5385232" h="664075">
                <a:moveTo>
                  <a:pt x="69177" y="0"/>
                </a:moveTo>
                <a:lnTo>
                  <a:pt x="5316056" y="0"/>
                </a:lnTo>
                <a:cubicBezTo>
                  <a:pt x="5354261" y="0"/>
                  <a:pt x="5385232" y="30971"/>
                  <a:pt x="5385232" y="69177"/>
                </a:cubicBezTo>
                <a:lnTo>
                  <a:pt x="5385232" y="594898"/>
                </a:lnTo>
                <a:cubicBezTo>
                  <a:pt x="5385232" y="633103"/>
                  <a:pt x="5354261" y="664075"/>
                  <a:pt x="5316056" y="664075"/>
                </a:cubicBezTo>
                <a:lnTo>
                  <a:pt x="69177" y="664075"/>
                </a:lnTo>
                <a:cubicBezTo>
                  <a:pt x="30971" y="664075"/>
                  <a:pt x="0" y="633103"/>
                  <a:pt x="0" y="594898"/>
                </a:cubicBezTo>
                <a:lnTo>
                  <a:pt x="0" y="69177"/>
                </a:lnTo>
                <a:cubicBezTo>
                  <a:pt x="0" y="30971"/>
                  <a:pt x="30971" y="0"/>
                  <a:pt x="69177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3152" y="2627410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69174" y="36749"/>
                </a:moveTo>
                <a:cubicBezTo>
                  <a:pt x="72768" y="36749"/>
                  <a:pt x="75660" y="39640"/>
                  <a:pt x="75660" y="43234"/>
                </a:cubicBezTo>
                <a:lnTo>
                  <a:pt x="75660" y="73498"/>
                </a:lnTo>
                <a:cubicBezTo>
                  <a:pt x="75660" y="77092"/>
                  <a:pt x="72768" y="79983"/>
                  <a:pt x="69174" y="79983"/>
                </a:cubicBezTo>
                <a:cubicBezTo>
                  <a:pt x="65581" y="79983"/>
                  <a:pt x="62689" y="77092"/>
                  <a:pt x="62689" y="73498"/>
                </a:cubicBezTo>
                <a:lnTo>
                  <a:pt x="62689" y="43234"/>
                </a:lnTo>
                <a:cubicBezTo>
                  <a:pt x="62689" y="39640"/>
                  <a:pt x="65581" y="36749"/>
                  <a:pt x="69174" y="36749"/>
                </a:cubicBezTo>
                <a:close/>
                <a:moveTo>
                  <a:pt x="61960" y="95115"/>
                </a:moveTo>
                <a:cubicBezTo>
                  <a:pt x="61796" y="92437"/>
                  <a:pt x="63131" y="89889"/>
                  <a:pt x="65427" y="88500"/>
                </a:cubicBezTo>
                <a:cubicBezTo>
                  <a:pt x="67723" y="87112"/>
                  <a:pt x="70599" y="87112"/>
                  <a:pt x="72895" y="88500"/>
                </a:cubicBezTo>
                <a:cubicBezTo>
                  <a:pt x="75191" y="89889"/>
                  <a:pt x="76526" y="92437"/>
                  <a:pt x="76362" y="95115"/>
                </a:cubicBezTo>
                <a:cubicBezTo>
                  <a:pt x="76526" y="97793"/>
                  <a:pt x="75191" y="100341"/>
                  <a:pt x="72895" y="101729"/>
                </a:cubicBezTo>
                <a:cubicBezTo>
                  <a:pt x="70599" y="103118"/>
                  <a:pt x="67723" y="103118"/>
                  <a:pt x="65427" y="101729"/>
                </a:cubicBezTo>
                <a:cubicBezTo>
                  <a:pt x="63131" y="100341"/>
                  <a:pt x="61796" y="97793"/>
                  <a:pt x="61960" y="95115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21" name="Text 19"/>
          <p:cNvSpPr/>
          <p:nvPr/>
        </p:nvSpPr>
        <p:spPr>
          <a:xfrm>
            <a:off x="6747969" y="2592823"/>
            <a:ext cx="1642894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Сообщения об ошибках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5859" y="2869521"/>
            <a:ext cx="5231319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Понятные сообщения при некорректном вводе данных (сумма, дата, категория)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5837" y="1288586"/>
            <a:ext cx="5670577" cy="5143668"/>
          </a:xfrm>
          <a:custGeom>
            <a:avLst/>
            <a:gdLst/>
            <a:ahLst/>
            <a:cxnLst/>
            <a:rect l="l" t="t" r="r" b="b"/>
            <a:pathLst>
              <a:path w="5670577" h="5705164">
                <a:moveTo>
                  <a:pt x="103772" y="0"/>
                </a:moveTo>
                <a:lnTo>
                  <a:pt x="5566805" y="0"/>
                </a:lnTo>
                <a:cubicBezTo>
                  <a:pt x="5624117" y="0"/>
                  <a:pt x="5670577" y="46460"/>
                  <a:pt x="5670577" y="103772"/>
                </a:cubicBezTo>
                <a:lnTo>
                  <a:pt x="5670577" y="5601393"/>
                </a:lnTo>
                <a:cubicBezTo>
                  <a:pt x="5670577" y="5658704"/>
                  <a:pt x="5624117" y="5705164"/>
                  <a:pt x="5566805" y="5705164"/>
                </a:cubicBezTo>
                <a:lnTo>
                  <a:pt x="103772" y="5705164"/>
                </a:lnTo>
                <a:cubicBezTo>
                  <a:pt x="46460" y="5705164"/>
                  <a:pt x="0" y="5658704"/>
                  <a:pt x="0" y="5601393"/>
                </a:cubicBezTo>
                <a:lnTo>
                  <a:pt x="0" y="103772"/>
                </a:lnTo>
                <a:cubicBezTo>
                  <a:pt x="0" y="46498"/>
                  <a:pt x="46498" y="0"/>
                  <a:pt x="103772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7644" y="1430392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69176" y="0"/>
                </a:moveTo>
                <a:lnTo>
                  <a:pt x="345871" y="0"/>
                </a:lnTo>
                <a:cubicBezTo>
                  <a:pt x="384050" y="0"/>
                  <a:pt x="415047" y="30997"/>
                  <a:pt x="415047" y="69176"/>
                </a:cubicBezTo>
                <a:lnTo>
                  <a:pt x="415047" y="345871"/>
                </a:lnTo>
                <a:cubicBezTo>
                  <a:pt x="415047" y="384050"/>
                  <a:pt x="384050" y="415047"/>
                  <a:pt x="345871" y="415047"/>
                </a:cubicBezTo>
                <a:lnTo>
                  <a:pt x="69176" y="415047"/>
                </a:lnTo>
                <a:cubicBezTo>
                  <a:pt x="30997" y="415047"/>
                  <a:pt x="0" y="384050"/>
                  <a:pt x="0" y="345871"/>
                </a:cubicBezTo>
                <a:lnTo>
                  <a:pt x="0" y="69176"/>
                </a:lnTo>
                <a:cubicBezTo>
                  <a:pt x="0" y="30997"/>
                  <a:pt x="30997" y="0"/>
                  <a:pt x="69176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1406" y="1534154"/>
            <a:ext cx="207523" cy="207523"/>
          </a:xfrm>
          <a:custGeom>
            <a:avLst/>
            <a:gdLst/>
            <a:ahLst/>
            <a:cxnLst/>
            <a:rect l="l" t="t" r="r" b="b"/>
            <a:pathLst>
              <a:path w="207523" h="207523">
                <a:moveTo>
                  <a:pt x="70485" y="161074"/>
                </a:moveTo>
                <a:cubicBezTo>
                  <a:pt x="70485" y="161884"/>
                  <a:pt x="69553" y="162533"/>
                  <a:pt x="68377" y="162533"/>
                </a:cubicBezTo>
                <a:cubicBezTo>
                  <a:pt x="67040" y="162655"/>
                  <a:pt x="66108" y="162006"/>
                  <a:pt x="66108" y="161074"/>
                </a:cubicBezTo>
                <a:cubicBezTo>
                  <a:pt x="66108" y="160263"/>
                  <a:pt x="67040" y="159615"/>
                  <a:pt x="68215" y="159615"/>
                </a:cubicBezTo>
                <a:cubicBezTo>
                  <a:pt x="69431" y="159493"/>
                  <a:pt x="70485" y="160142"/>
                  <a:pt x="70485" y="161074"/>
                </a:cubicBezTo>
                <a:close/>
                <a:moveTo>
                  <a:pt x="57880" y="159250"/>
                </a:moveTo>
                <a:cubicBezTo>
                  <a:pt x="57596" y="160061"/>
                  <a:pt x="58406" y="160993"/>
                  <a:pt x="59622" y="161236"/>
                </a:cubicBezTo>
                <a:cubicBezTo>
                  <a:pt x="60676" y="161641"/>
                  <a:pt x="61892" y="161236"/>
                  <a:pt x="62135" y="160425"/>
                </a:cubicBezTo>
                <a:cubicBezTo>
                  <a:pt x="62379" y="159615"/>
                  <a:pt x="61609" y="158682"/>
                  <a:pt x="60393" y="158318"/>
                </a:cubicBezTo>
                <a:cubicBezTo>
                  <a:pt x="59339" y="158034"/>
                  <a:pt x="58163" y="158439"/>
                  <a:pt x="57880" y="159250"/>
                </a:cubicBezTo>
                <a:close/>
                <a:moveTo>
                  <a:pt x="75795" y="158561"/>
                </a:moveTo>
                <a:cubicBezTo>
                  <a:pt x="74619" y="158845"/>
                  <a:pt x="73809" y="159615"/>
                  <a:pt x="73930" y="160547"/>
                </a:cubicBezTo>
                <a:cubicBezTo>
                  <a:pt x="74052" y="161358"/>
                  <a:pt x="75106" y="161884"/>
                  <a:pt x="76322" y="161601"/>
                </a:cubicBezTo>
                <a:cubicBezTo>
                  <a:pt x="77497" y="161317"/>
                  <a:pt x="78308" y="160547"/>
                  <a:pt x="78186" y="159736"/>
                </a:cubicBezTo>
                <a:cubicBezTo>
                  <a:pt x="78064" y="158966"/>
                  <a:pt x="76970" y="158439"/>
                  <a:pt x="75795" y="158561"/>
                </a:cubicBezTo>
                <a:close/>
                <a:moveTo>
                  <a:pt x="102465" y="3243"/>
                </a:moveTo>
                <a:cubicBezTo>
                  <a:pt x="46247" y="3243"/>
                  <a:pt x="3243" y="45923"/>
                  <a:pt x="3243" y="102140"/>
                </a:cubicBezTo>
                <a:cubicBezTo>
                  <a:pt x="3243" y="147090"/>
                  <a:pt x="31534" y="185555"/>
                  <a:pt x="71944" y="199093"/>
                </a:cubicBezTo>
                <a:cubicBezTo>
                  <a:pt x="77132" y="200025"/>
                  <a:pt x="78956" y="196823"/>
                  <a:pt x="78956" y="194188"/>
                </a:cubicBezTo>
                <a:cubicBezTo>
                  <a:pt x="78956" y="191675"/>
                  <a:pt x="78835" y="177814"/>
                  <a:pt x="78835" y="169302"/>
                </a:cubicBezTo>
                <a:cubicBezTo>
                  <a:pt x="78835" y="169302"/>
                  <a:pt x="50462" y="175382"/>
                  <a:pt x="44504" y="157223"/>
                </a:cubicBezTo>
                <a:cubicBezTo>
                  <a:pt x="44504" y="157223"/>
                  <a:pt x="39883" y="145429"/>
                  <a:pt x="33236" y="142389"/>
                </a:cubicBezTo>
                <a:cubicBezTo>
                  <a:pt x="33236" y="142389"/>
                  <a:pt x="23954" y="136025"/>
                  <a:pt x="33885" y="136147"/>
                </a:cubicBezTo>
                <a:cubicBezTo>
                  <a:pt x="33885" y="136147"/>
                  <a:pt x="43977" y="136957"/>
                  <a:pt x="49530" y="146604"/>
                </a:cubicBezTo>
                <a:cubicBezTo>
                  <a:pt x="58406" y="162249"/>
                  <a:pt x="73282" y="157750"/>
                  <a:pt x="79078" y="155075"/>
                </a:cubicBezTo>
                <a:cubicBezTo>
                  <a:pt x="80010" y="148590"/>
                  <a:pt x="82645" y="144091"/>
                  <a:pt x="85563" y="141416"/>
                </a:cubicBezTo>
                <a:cubicBezTo>
                  <a:pt x="62906" y="138903"/>
                  <a:pt x="40046" y="135620"/>
                  <a:pt x="40046" y="96628"/>
                </a:cubicBezTo>
                <a:cubicBezTo>
                  <a:pt x="40046" y="85482"/>
                  <a:pt x="43126" y="79888"/>
                  <a:pt x="49611" y="72755"/>
                </a:cubicBezTo>
                <a:cubicBezTo>
                  <a:pt x="48557" y="70120"/>
                  <a:pt x="45112" y="59258"/>
                  <a:pt x="50665" y="45234"/>
                </a:cubicBezTo>
                <a:cubicBezTo>
                  <a:pt x="59136" y="42599"/>
                  <a:pt x="78632" y="56177"/>
                  <a:pt x="78632" y="56177"/>
                </a:cubicBezTo>
                <a:cubicBezTo>
                  <a:pt x="86738" y="53907"/>
                  <a:pt x="95453" y="52732"/>
                  <a:pt x="104086" y="52732"/>
                </a:cubicBezTo>
                <a:cubicBezTo>
                  <a:pt x="112719" y="52732"/>
                  <a:pt x="121434" y="53907"/>
                  <a:pt x="129540" y="56177"/>
                </a:cubicBezTo>
                <a:cubicBezTo>
                  <a:pt x="129540" y="56177"/>
                  <a:pt x="149036" y="42559"/>
                  <a:pt x="157507" y="45234"/>
                </a:cubicBezTo>
                <a:cubicBezTo>
                  <a:pt x="163060" y="59298"/>
                  <a:pt x="159615" y="70120"/>
                  <a:pt x="158561" y="72755"/>
                </a:cubicBezTo>
                <a:cubicBezTo>
                  <a:pt x="165046" y="79929"/>
                  <a:pt x="169018" y="85522"/>
                  <a:pt x="169018" y="96628"/>
                </a:cubicBezTo>
                <a:cubicBezTo>
                  <a:pt x="169018" y="135741"/>
                  <a:pt x="145145" y="138862"/>
                  <a:pt x="122487" y="141416"/>
                </a:cubicBezTo>
                <a:cubicBezTo>
                  <a:pt x="126216" y="144618"/>
                  <a:pt x="129378" y="150698"/>
                  <a:pt x="129378" y="160223"/>
                </a:cubicBezTo>
                <a:cubicBezTo>
                  <a:pt x="129378" y="173882"/>
                  <a:pt x="129256" y="190784"/>
                  <a:pt x="129256" y="194107"/>
                </a:cubicBezTo>
                <a:cubicBezTo>
                  <a:pt x="129256" y="196742"/>
                  <a:pt x="131121" y="199944"/>
                  <a:pt x="136268" y="199012"/>
                </a:cubicBezTo>
                <a:cubicBezTo>
                  <a:pt x="176800" y="185555"/>
                  <a:pt x="204281" y="147090"/>
                  <a:pt x="204281" y="102140"/>
                </a:cubicBezTo>
                <a:cubicBezTo>
                  <a:pt x="204281" y="45923"/>
                  <a:pt x="158682" y="3243"/>
                  <a:pt x="102465" y="3243"/>
                </a:cubicBezTo>
                <a:close/>
                <a:moveTo>
                  <a:pt x="42640" y="143037"/>
                </a:moveTo>
                <a:cubicBezTo>
                  <a:pt x="42113" y="143442"/>
                  <a:pt x="42234" y="144375"/>
                  <a:pt x="42923" y="145145"/>
                </a:cubicBezTo>
                <a:cubicBezTo>
                  <a:pt x="43572" y="145793"/>
                  <a:pt x="44504" y="146077"/>
                  <a:pt x="45031" y="145550"/>
                </a:cubicBezTo>
                <a:cubicBezTo>
                  <a:pt x="45558" y="145145"/>
                  <a:pt x="45436" y="144213"/>
                  <a:pt x="44747" y="143442"/>
                </a:cubicBezTo>
                <a:cubicBezTo>
                  <a:pt x="44099" y="142794"/>
                  <a:pt x="43166" y="142510"/>
                  <a:pt x="42640" y="143037"/>
                </a:cubicBezTo>
                <a:close/>
                <a:moveTo>
                  <a:pt x="38262" y="139754"/>
                </a:moveTo>
                <a:cubicBezTo>
                  <a:pt x="37978" y="140281"/>
                  <a:pt x="38384" y="140929"/>
                  <a:pt x="39194" y="141335"/>
                </a:cubicBezTo>
                <a:cubicBezTo>
                  <a:pt x="39843" y="141740"/>
                  <a:pt x="40654" y="141619"/>
                  <a:pt x="40937" y="141051"/>
                </a:cubicBezTo>
                <a:cubicBezTo>
                  <a:pt x="41221" y="140524"/>
                  <a:pt x="40816" y="139876"/>
                  <a:pt x="40005" y="139470"/>
                </a:cubicBezTo>
                <a:cubicBezTo>
                  <a:pt x="39194" y="139227"/>
                  <a:pt x="38546" y="139349"/>
                  <a:pt x="38262" y="139754"/>
                </a:cubicBezTo>
                <a:close/>
                <a:moveTo>
                  <a:pt x="51394" y="154183"/>
                </a:moveTo>
                <a:cubicBezTo>
                  <a:pt x="50746" y="154710"/>
                  <a:pt x="50989" y="155926"/>
                  <a:pt x="51921" y="156696"/>
                </a:cubicBezTo>
                <a:cubicBezTo>
                  <a:pt x="52854" y="157629"/>
                  <a:pt x="54029" y="157750"/>
                  <a:pt x="54556" y="157102"/>
                </a:cubicBezTo>
                <a:cubicBezTo>
                  <a:pt x="55083" y="156575"/>
                  <a:pt x="54840" y="155359"/>
                  <a:pt x="54029" y="154589"/>
                </a:cubicBezTo>
                <a:cubicBezTo>
                  <a:pt x="53137" y="153656"/>
                  <a:pt x="51921" y="153535"/>
                  <a:pt x="51394" y="154183"/>
                </a:cubicBezTo>
                <a:close/>
                <a:moveTo>
                  <a:pt x="46774" y="148225"/>
                </a:moveTo>
                <a:cubicBezTo>
                  <a:pt x="46125" y="148631"/>
                  <a:pt x="46125" y="149684"/>
                  <a:pt x="46774" y="150617"/>
                </a:cubicBezTo>
                <a:cubicBezTo>
                  <a:pt x="47422" y="151549"/>
                  <a:pt x="48517" y="151954"/>
                  <a:pt x="49044" y="151549"/>
                </a:cubicBezTo>
                <a:cubicBezTo>
                  <a:pt x="49692" y="151022"/>
                  <a:pt x="49692" y="149968"/>
                  <a:pt x="49044" y="149036"/>
                </a:cubicBezTo>
                <a:cubicBezTo>
                  <a:pt x="48476" y="148104"/>
                  <a:pt x="47422" y="147698"/>
                  <a:pt x="46774" y="148225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1" name="Text 39"/>
          <p:cNvSpPr/>
          <p:nvPr/>
        </p:nvSpPr>
        <p:spPr>
          <a:xfrm>
            <a:off x="986453" y="1516861"/>
            <a:ext cx="1028970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 Wiki</a:t>
            </a:r>
            <a:endParaRPr lang="en-US" sz="1600" dirty="0"/>
          </a:p>
        </p:txBody>
      </p:sp>
      <p:sp>
        <p:nvSpPr>
          <p:cNvPr id="42" name="Shape 40">
            <a:hlinkClick r:id="rId3"/>
          </p:cNvPr>
          <p:cNvSpPr/>
          <p:nvPr/>
        </p:nvSpPr>
        <p:spPr>
          <a:xfrm>
            <a:off x="471103" y="1952660"/>
            <a:ext cx="5385232" cy="698662"/>
          </a:xfrm>
          <a:custGeom>
            <a:avLst/>
            <a:gdLst/>
            <a:ahLst/>
            <a:cxnLst/>
            <a:rect l="l" t="t" r="r" b="b"/>
            <a:pathLst>
              <a:path w="5385232" h="698662">
                <a:moveTo>
                  <a:pt x="69175" y="0"/>
                </a:moveTo>
                <a:lnTo>
                  <a:pt x="5316058" y="0"/>
                </a:lnTo>
                <a:cubicBezTo>
                  <a:pt x="5354236" y="0"/>
                  <a:pt x="5385232" y="30996"/>
                  <a:pt x="5385232" y="69175"/>
                </a:cubicBezTo>
                <a:lnTo>
                  <a:pt x="5385232" y="629488"/>
                </a:lnTo>
                <a:cubicBezTo>
                  <a:pt x="5385232" y="667692"/>
                  <a:pt x="5354262" y="698662"/>
                  <a:pt x="5316058" y="698662"/>
                </a:cubicBezTo>
                <a:lnTo>
                  <a:pt x="69175" y="698662"/>
                </a:lnTo>
                <a:cubicBezTo>
                  <a:pt x="30996" y="698662"/>
                  <a:pt x="0" y="667666"/>
                  <a:pt x="0" y="629488"/>
                </a:cubicBezTo>
                <a:lnTo>
                  <a:pt x="0" y="69175"/>
                </a:lnTo>
                <a:cubicBezTo>
                  <a:pt x="0" y="30970"/>
                  <a:pt x="30970" y="0"/>
                  <a:pt x="69175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43" name="Shape 41">
            <a:hlinkClick r:id="rId3"/>
          </p:cNvPr>
          <p:cNvSpPr/>
          <p:nvPr/>
        </p:nvSpPr>
        <p:spPr>
          <a:xfrm>
            <a:off x="612910" y="2137708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88106" y="201342"/>
                </a:moveTo>
                <a:cubicBezTo>
                  <a:pt x="88106" y="202356"/>
                  <a:pt x="86941" y="203166"/>
                  <a:pt x="85472" y="203166"/>
                </a:cubicBezTo>
                <a:cubicBezTo>
                  <a:pt x="83800" y="203318"/>
                  <a:pt x="82634" y="202508"/>
                  <a:pt x="82634" y="201342"/>
                </a:cubicBezTo>
                <a:cubicBezTo>
                  <a:pt x="82634" y="200329"/>
                  <a:pt x="83800" y="199518"/>
                  <a:pt x="85269" y="199518"/>
                </a:cubicBezTo>
                <a:cubicBezTo>
                  <a:pt x="86789" y="199366"/>
                  <a:pt x="88106" y="200177"/>
                  <a:pt x="88106" y="201342"/>
                </a:cubicBezTo>
                <a:close/>
                <a:moveTo>
                  <a:pt x="72349" y="199062"/>
                </a:moveTo>
                <a:cubicBezTo>
                  <a:pt x="71995" y="200076"/>
                  <a:pt x="73008" y="201241"/>
                  <a:pt x="74528" y="201545"/>
                </a:cubicBezTo>
                <a:cubicBezTo>
                  <a:pt x="75845" y="202052"/>
                  <a:pt x="77365" y="201545"/>
                  <a:pt x="77669" y="200532"/>
                </a:cubicBezTo>
                <a:cubicBezTo>
                  <a:pt x="77973" y="199518"/>
                  <a:pt x="77011" y="198353"/>
                  <a:pt x="75491" y="197897"/>
                </a:cubicBezTo>
                <a:cubicBezTo>
                  <a:pt x="74173" y="197542"/>
                  <a:pt x="72704" y="198049"/>
                  <a:pt x="72349" y="199062"/>
                </a:cubicBezTo>
                <a:close/>
                <a:moveTo>
                  <a:pt x="94743" y="198201"/>
                </a:moveTo>
                <a:cubicBezTo>
                  <a:pt x="93274" y="198556"/>
                  <a:pt x="92261" y="199518"/>
                  <a:pt x="92413" y="200684"/>
                </a:cubicBezTo>
                <a:cubicBezTo>
                  <a:pt x="92565" y="201697"/>
                  <a:pt x="93882" y="202356"/>
                  <a:pt x="95402" y="202001"/>
                </a:cubicBezTo>
                <a:cubicBezTo>
                  <a:pt x="96871" y="201646"/>
                  <a:pt x="97885" y="200684"/>
                  <a:pt x="97733" y="199670"/>
                </a:cubicBezTo>
                <a:cubicBezTo>
                  <a:pt x="97581" y="198708"/>
                  <a:pt x="96213" y="198049"/>
                  <a:pt x="94743" y="198201"/>
                </a:cubicBezTo>
                <a:close/>
                <a:moveTo>
                  <a:pt x="128081" y="4053"/>
                </a:moveTo>
                <a:cubicBezTo>
                  <a:pt x="57809" y="4053"/>
                  <a:pt x="4053" y="57403"/>
                  <a:pt x="4053" y="127676"/>
                </a:cubicBezTo>
                <a:cubicBezTo>
                  <a:pt x="4053" y="183863"/>
                  <a:pt x="39417" y="231944"/>
                  <a:pt x="89930" y="248866"/>
                </a:cubicBezTo>
                <a:cubicBezTo>
                  <a:pt x="96415" y="250031"/>
                  <a:pt x="98695" y="246029"/>
                  <a:pt x="98695" y="242736"/>
                </a:cubicBezTo>
                <a:cubicBezTo>
                  <a:pt x="98695" y="239594"/>
                  <a:pt x="98543" y="222267"/>
                  <a:pt x="98543" y="211627"/>
                </a:cubicBezTo>
                <a:cubicBezTo>
                  <a:pt x="98543" y="211627"/>
                  <a:pt x="63078" y="219227"/>
                  <a:pt x="55630" y="196529"/>
                </a:cubicBezTo>
                <a:cubicBezTo>
                  <a:pt x="55630" y="196529"/>
                  <a:pt x="49854" y="181786"/>
                  <a:pt x="41545" y="177986"/>
                </a:cubicBezTo>
                <a:cubicBezTo>
                  <a:pt x="41545" y="177986"/>
                  <a:pt x="29943" y="170031"/>
                  <a:pt x="42356" y="170183"/>
                </a:cubicBezTo>
                <a:cubicBezTo>
                  <a:pt x="42356" y="170183"/>
                  <a:pt x="54971" y="171197"/>
                  <a:pt x="61912" y="183255"/>
                </a:cubicBezTo>
                <a:cubicBezTo>
                  <a:pt x="73008" y="202812"/>
                  <a:pt x="91602" y="197188"/>
                  <a:pt x="98847" y="193844"/>
                </a:cubicBezTo>
                <a:cubicBezTo>
                  <a:pt x="100013" y="185737"/>
                  <a:pt x="103306" y="180114"/>
                  <a:pt x="106954" y="176770"/>
                </a:cubicBezTo>
                <a:cubicBezTo>
                  <a:pt x="78632" y="173629"/>
                  <a:pt x="50057" y="169525"/>
                  <a:pt x="50057" y="120785"/>
                </a:cubicBezTo>
                <a:cubicBezTo>
                  <a:pt x="50057" y="106852"/>
                  <a:pt x="53907" y="99861"/>
                  <a:pt x="62014" y="90943"/>
                </a:cubicBezTo>
                <a:cubicBezTo>
                  <a:pt x="60697" y="87650"/>
                  <a:pt x="56390" y="74072"/>
                  <a:pt x="63331" y="56542"/>
                </a:cubicBezTo>
                <a:cubicBezTo>
                  <a:pt x="73920" y="53249"/>
                  <a:pt x="98290" y="70222"/>
                  <a:pt x="98290" y="70222"/>
                </a:cubicBezTo>
                <a:cubicBezTo>
                  <a:pt x="108423" y="67384"/>
                  <a:pt x="119316" y="65915"/>
                  <a:pt x="130107" y="65915"/>
                </a:cubicBezTo>
                <a:cubicBezTo>
                  <a:pt x="140899" y="65915"/>
                  <a:pt x="151792" y="67384"/>
                  <a:pt x="161925" y="70222"/>
                </a:cubicBezTo>
                <a:cubicBezTo>
                  <a:pt x="161925" y="70222"/>
                  <a:pt x="186295" y="53198"/>
                  <a:pt x="196884" y="56542"/>
                </a:cubicBezTo>
                <a:cubicBezTo>
                  <a:pt x="203825" y="74123"/>
                  <a:pt x="199518" y="87650"/>
                  <a:pt x="198201" y="90943"/>
                </a:cubicBezTo>
                <a:cubicBezTo>
                  <a:pt x="206307" y="99911"/>
                  <a:pt x="211273" y="106903"/>
                  <a:pt x="211273" y="120785"/>
                </a:cubicBezTo>
                <a:cubicBezTo>
                  <a:pt x="211273" y="169677"/>
                  <a:pt x="181431" y="173578"/>
                  <a:pt x="153109" y="176770"/>
                </a:cubicBezTo>
                <a:cubicBezTo>
                  <a:pt x="157770" y="180772"/>
                  <a:pt x="161722" y="188372"/>
                  <a:pt x="161722" y="200278"/>
                </a:cubicBezTo>
                <a:cubicBezTo>
                  <a:pt x="161722" y="217352"/>
                  <a:pt x="161570" y="238480"/>
                  <a:pt x="161570" y="242634"/>
                </a:cubicBezTo>
                <a:cubicBezTo>
                  <a:pt x="161570" y="245927"/>
                  <a:pt x="163901" y="249930"/>
                  <a:pt x="170335" y="248765"/>
                </a:cubicBezTo>
                <a:cubicBezTo>
                  <a:pt x="221000" y="231944"/>
                  <a:pt x="255351" y="183863"/>
                  <a:pt x="255351" y="127676"/>
                </a:cubicBezTo>
                <a:cubicBezTo>
                  <a:pt x="255351" y="57403"/>
                  <a:pt x="198353" y="4053"/>
                  <a:pt x="128081" y="4053"/>
                </a:cubicBezTo>
                <a:close/>
                <a:moveTo>
                  <a:pt x="53299" y="178796"/>
                </a:moveTo>
                <a:cubicBezTo>
                  <a:pt x="52641" y="179303"/>
                  <a:pt x="52793" y="180468"/>
                  <a:pt x="53654" y="181431"/>
                </a:cubicBezTo>
                <a:cubicBezTo>
                  <a:pt x="54465" y="182242"/>
                  <a:pt x="55630" y="182596"/>
                  <a:pt x="56289" y="181938"/>
                </a:cubicBezTo>
                <a:cubicBezTo>
                  <a:pt x="56947" y="181431"/>
                  <a:pt x="56795" y="180266"/>
                  <a:pt x="55934" y="179303"/>
                </a:cubicBezTo>
                <a:cubicBezTo>
                  <a:pt x="55123" y="178492"/>
                  <a:pt x="53958" y="178138"/>
                  <a:pt x="53299" y="178796"/>
                </a:cubicBezTo>
                <a:close/>
                <a:moveTo>
                  <a:pt x="47828" y="174693"/>
                </a:moveTo>
                <a:cubicBezTo>
                  <a:pt x="47473" y="175351"/>
                  <a:pt x="47980" y="176162"/>
                  <a:pt x="48993" y="176668"/>
                </a:cubicBezTo>
                <a:cubicBezTo>
                  <a:pt x="49804" y="177175"/>
                  <a:pt x="50817" y="177023"/>
                  <a:pt x="51172" y="176314"/>
                </a:cubicBezTo>
                <a:cubicBezTo>
                  <a:pt x="51526" y="175655"/>
                  <a:pt x="51020" y="174845"/>
                  <a:pt x="50006" y="174338"/>
                </a:cubicBezTo>
                <a:cubicBezTo>
                  <a:pt x="48993" y="174034"/>
                  <a:pt x="48182" y="174186"/>
                  <a:pt x="47828" y="174693"/>
                </a:cubicBezTo>
                <a:close/>
                <a:moveTo>
                  <a:pt x="64243" y="192729"/>
                </a:moveTo>
                <a:cubicBezTo>
                  <a:pt x="63432" y="193388"/>
                  <a:pt x="63736" y="194908"/>
                  <a:pt x="64902" y="195870"/>
                </a:cubicBezTo>
                <a:cubicBezTo>
                  <a:pt x="66067" y="197036"/>
                  <a:pt x="67536" y="197188"/>
                  <a:pt x="68195" y="196377"/>
                </a:cubicBezTo>
                <a:cubicBezTo>
                  <a:pt x="68854" y="195718"/>
                  <a:pt x="68550" y="194199"/>
                  <a:pt x="67536" y="193236"/>
                </a:cubicBezTo>
                <a:cubicBezTo>
                  <a:pt x="66422" y="192071"/>
                  <a:pt x="64902" y="191919"/>
                  <a:pt x="64243" y="192729"/>
                </a:cubicBezTo>
                <a:close/>
                <a:moveTo>
                  <a:pt x="58467" y="185282"/>
                </a:moveTo>
                <a:cubicBezTo>
                  <a:pt x="57657" y="185788"/>
                  <a:pt x="57657" y="187105"/>
                  <a:pt x="58467" y="188271"/>
                </a:cubicBezTo>
                <a:cubicBezTo>
                  <a:pt x="59278" y="189436"/>
                  <a:pt x="60646" y="189943"/>
                  <a:pt x="61305" y="189436"/>
                </a:cubicBezTo>
                <a:cubicBezTo>
                  <a:pt x="62115" y="188777"/>
                  <a:pt x="62115" y="187460"/>
                  <a:pt x="61305" y="186295"/>
                </a:cubicBezTo>
                <a:cubicBezTo>
                  <a:pt x="60595" y="185130"/>
                  <a:pt x="59278" y="184623"/>
                  <a:pt x="58467" y="185282"/>
                </a:cubicBez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44" name="Text 42">
            <a:hlinkClick r:id="rId3"/>
          </p:cNvPr>
          <p:cNvSpPr/>
          <p:nvPr/>
        </p:nvSpPr>
        <p:spPr>
          <a:xfrm>
            <a:off x="1006340" y="2059887"/>
            <a:ext cx="2421106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github.com/Hohrandrey/Finlytics</a:t>
            </a:r>
            <a:endParaRPr lang="en-US" sz="1600" dirty="0"/>
          </a:p>
        </p:txBody>
      </p:sp>
      <p:sp>
        <p:nvSpPr>
          <p:cNvPr id="45" name="Text 43">
            <a:hlinkClick r:id="rId3"/>
          </p:cNvPr>
          <p:cNvSpPr/>
          <p:nvPr/>
        </p:nvSpPr>
        <p:spPr>
          <a:xfrm>
            <a:off x="1006340" y="2301997"/>
            <a:ext cx="240381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wiki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67644" y="2758547"/>
            <a:ext cx="5464783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Структура Wiki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84938" y="3104420"/>
            <a:ext cx="5369668" cy="587983"/>
          </a:xfrm>
          <a:custGeom>
            <a:avLst/>
            <a:gdLst/>
            <a:ahLst/>
            <a:cxnLst/>
            <a:rect l="l" t="t" r="r" b="b"/>
            <a:pathLst>
              <a:path w="5369668" h="587983">
                <a:moveTo>
                  <a:pt x="34587" y="0"/>
                </a:moveTo>
                <a:lnTo>
                  <a:pt x="5300492" y="0"/>
                </a:lnTo>
                <a:cubicBezTo>
                  <a:pt x="5338697" y="0"/>
                  <a:pt x="5369668" y="30971"/>
                  <a:pt x="5369668" y="69176"/>
                </a:cubicBezTo>
                <a:lnTo>
                  <a:pt x="5369668" y="518807"/>
                </a:lnTo>
                <a:cubicBezTo>
                  <a:pt x="5369668" y="556986"/>
                  <a:pt x="5338671" y="587983"/>
                  <a:pt x="5300492" y="587983"/>
                </a:cubicBezTo>
                <a:lnTo>
                  <a:pt x="34587" y="587983"/>
                </a:lnTo>
                <a:cubicBezTo>
                  <a:pt x="15485" y="587983"/>
                  <a:pt x="0" y="572498"/>
                  <a:pt x="0" y="553396"/>
                </a:cubicBezTo>
                <a:lnTo>
                  <a:pt x="0" y="34587"/>
                </a:lnTo>
                <a:cubicBezTo>
                  <a:pt x="0" y="15485"/>
                  <a:pt x="15485" y="0"/>
                  <a:pt x="34587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48" name="Shape 46"/>
          <p:cNvSpPr/>
          <p:nvPr/>
        </p:nvSpPr>
        <p:spPr>
          <a:xfrm>
            <a:off x="484938" y="3104420"/>
            <a:ext cx="34587" cy="587983"/>
          </a:xfrm>
          <a:custGeom>
            <a:avLst/>
            <a:gdLst/>
            <a:ahLst/>
            <a:cxnLst/>
            <a:rect l="l" t="t" r="r" b="b"/>
            <a:pathLst>
              <a:path w="34587" h="587983">
                <a:moveTo>
                  <a:pt x="34587" y="0"/>
                </a:moveTo>
                <a:lnTo>
                  <a:pt x="34587" y="0"/>
                </a:lnTo>
                <a:lnTo>
                  <a:pt x="34587" y="587983"/>
                </a:lnTo>
                <a:lnTo>
                  <a:pt x="34587" y="587983"/>
                </a:lnTo>
                <a:cubicBezTo>
                  <a:pt x="15485" y="587983"/>
                  <a:pt x="0" y="572498"/>
                  <a:pt x="0" y="553396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49" name="Shape 47"/>
          <p:cNvSpPr/>
          <p:nvPr/>
        </p:nvSpPr>
        <p:spPr>
          <a:xfrm>
            <a:off x="605993" y="3260062"/>
            <a:ext cx="276698" cy="276698"/>
          </a:xfrm>
          <a:custGeom>
            <a:avLst/>
            <a:gdLst/>
            <a:ahLst/>
            <a:cxnLst/>
            <a:rect l="l" t="t" r="r" b="b"/>
            <a:pathLst>
              <a:path w="276698" h="276698">
                <a:moveTo>
                  <a:pt x="69174" y="0"/>
                </a:moveTo>
                <a:lnTo>
                  <a:pt x="207523" y="0"/>
                </a:lnTo>
                <a:cubicBezTo>
                  <a:pt x="245727" y="0"/>
                  <a:pt x="276698" y="30970"/>
                  <a:pt x="276698" y="69174"/>
                </a:cubicBezTo>
                <a:lnTo>
                  <a:pt x="276698" y="207523"/>
                </a:lnTo>
                <a:cubicBezTo>
                  <a:pt x="276698" y="245727"/>
                  <a:pt x="245727" y="276698"/>
                  <a:pt x="207523" y="276698"/>
                </a:cubicBezTo>
                <a:lnTo>
                  <a:pt x="69174" y="276698"/>
                </a:lnTo>
                <a:cubicBezTo>
                  <a:pt x="30970" y="276698"/>
                  <a:pt x="0" y="245727"/>
                  <a:pt x="0" y="207523"/>
                </a:cubicBezTo>
                <a:lnTo>
                  <a:pt x="0" y="69174"/>
                </a:lnTo>
                <a:cubicBezTo>
                  <a:pt x="0" y="30996"/>
                  <a:pt x="30996" y="0"/>
                  <a:pt x="69174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75167" y="3329237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75065" y="2324"/>
                </a:moveTo>
                <a:cubicBezTo>
                  <a:pt x="71741" y="-757"/>
                  <a:pt x="66607" y="-757"/>
                  <a:pt x="63311" y="2324"/>
                </a:cubicBezTo>
                <a:lnTo>
                  <a:pt x="2783" y="58528"/>
                </a:lnTo>
                <a:cubicBezTo>
                  <a:pt x="189" y="60960"/>
                  <a:pt x="-676" y="64716"/>
                  <a:pt x="621" y="68013"/>
                </a:cubicBezTo>
                <a:cubicBezTo>
                  <a:pt x="1919" y="71309"/>
                  <a:pt x="5080" y="73498"/>
                  <a:pt x="8647" y="73498"/>
                </a:cubicBezTo>
                <a:lnTo>
                  <a:pt x="12970" y="73498"/>
                </a:lnTo>
                <a:lnTo>
                  <a:pt x="12970" y="121055"/>
                </a:lnTo>
                <a:cubicBezTo>
                  <a:pt x="12970" y="130594"/>
                  <a:pt x="20725" y="138349"/>
                  <a:pt x="30264" y="138349"/>
                </a:cubicBezTo>
                <a:lnTo>
                  <a:pt x="108085" y="138349"/>
                </a:lnTo>
                <a:cubicBezTo>
                  <a:pt x="117624" y="138349"/>
                  <a:pt x="125379" y="130594"/>
                  <a:pt x="125379" y="121055"/>
                </a:cubicBezTo>
                <a:lnTo>
                  <a:pt x="125379" y="73498"/>
                </a:lnTo>
                <a:lnTo>
                  <a:pt x="129702" y="73498"/>
                </a:lnTo>
                <a:cubicBezTo>
                  <a:pt x="133269" y="73498"/>
                  <a:pt x="136457" y="71309"/>
                  <a:pt x="137754" y="68013"/>
                </a:cubicBezTo>
                <a:cubicBezTo>
                  <a:pt x="139051" y="64716"/>
                  <a:pt x="138187" y="60933"/>
                  <a:pt x="135593" y="58528"/>
                </a:cubicBezTo>
                <a:lnTo>
                  <a:pt x="75065" y="2324"/>
                </a:lnTo>
                <a:close/>
                <a:moveTo>
                  <a:pt x="64851" y="86468"/>
                </a:moveTo>
                <a:lnTo>
                  <a:pt x="73498" y="86468"/>
                </a:lnTo>
                <a:cubicBezTo>
                  <a:pt x="80659" y="86468"/>
                  <a:pt x="86468" y="92278"/>
                  <a:pt x="86468" y="99438"/>
                </a:cubicBezTo>
                <a:lnTo>
                  <a:pt x="86468" y="125379"/>
                </a:lnTo>
                <a:lnTo>
                  <a:pt x="51881" y="125379"/>
                </a:lnTo>
                <a:lnTo>
                  <a:pt x="51881" y="99438"/>
                </a:lnTo>
                <a:cubicBezTo>
                  <a:pt x="51881" y="92278"/>
                  <a:pt x="57690" y="86468"/>
                  <a:pt x="64851" y="86468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51" name="Text 49"/>
          <p:cNvSpPr/>
          <p:nvPr/>
        </p:nvSpPr>
        <p:spPr>
          <a:xfrm>
            <a:off x="986453" y="3208181"/>
            <a:ext cx="2161702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Home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86453" y="3415705"/>
            <a:ext cx="294056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Обзор приложения и </a:t>
            </a:r>
            <a:r>
              <a:rPr lang="ru-RU" sz="953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разделов документации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4938" y="3761577"/>
            <a:ext cx="5369668" cy="587983"/>
          </a:xfrm>
          <a:custGeom>
            <a:avLst/>
            <a:gdLst/>
            <a:ahLst/>
            <a:cxnLst/>
            <a:rect l="l" t="t" r="r" b="b"/>
            <a:pathLst>
              <a:path w="5369668" h="587983">
                <a:moveTo>
                  <a:pt x="34587" y="0"/>
                </a:moveTo>
                <a:lnTo>
                  <a:pt x="5300492" y="0"/>
                </a:lnTo>
                <a:cubicBezTo>
                  <a:pt x="5338697" y="0"/>
                  <a:pt x="5369668" y="30971"/>
                  <a:pt x="5369668" y="69176"/>
                </a:cubicBezTo>
                <a:lnTo>
                  <a:pt x="5369668" y="518807"/>
                </a:lnTo>
                <a:cubicBezTo>
                  <a:pt x="5369668" y="556986"/>
                  <a:pt x="5338671" y="587983"/>
                  <a:pt x="5300492" y="587983"/>
                </a:cubicBezTo>
                <a:lnTo>
                  <a:pt x="34587" y="587983"/>
                </a:lnTo>
                <a:cubicBezTo>
                  <a:pt x="15485" y="587983"/>
                  <a:pt x="0" y="572498"/>
                  <a:pt x="0" y="553396"/>
                </a:cubicBezTo>
                <a:lnTo>
                  <a:pt x="0" y="34587"/>
                </a:lnTo>
                <a:cubicBezTo>
                  <a:pt x="0" y="15485"/>
                  <a:pt x="15485" y="0"/>
                  <a:pt x="34587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54" name="Shape 52"/>
          <p:cNvSpPr/>
          <p:nvPr/>
        </p:nvSpPr>
        <p:spPr>
          <a:xfrm>
            <a:off x="484938" y="3761577"/>
            <a:ext cx="34587" cy="587983"/>
          </a:xfrm>
          <a:custGeom>
            <a:avLst/>
            <a:gdLst/>
            <a:ahLst/>
            <a:cxnLst/>
            <a:rect l="l" t="t" r="r" b="b"/>
            <a:pathLst>
              <a:path w="34587" h="587983">
                <a:moveTo>
                  <a:pt x="34587" y="0"/>
                </a:moveTo>
                <a:lnTo>
                  <a:pt x="34587" y="0"/>
                </a:lnTo>
                <a:lnTo>
                  <a:pt x="34587" y="587983"/>
                </a:lnTo>
                <a:lnTo>
                  <a:pt x="34587" y="587983"/>
                </a:lnTo>
                <a:cubicBezTo>
                  <a:pt x="15485" y="587983"/>
                  <a:pt x="0" y="572498"/>
                  <a:pt x="0" y="553396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5" name="Shape 53"/>
          <p:cNvSpPr/>
          <p:nvPr/>
        </p:nvSpPr>
        <p:spPr>
          <a:xfrm>
            <a:off x="605993" y="3917220"/>
            <a:ext cx="276698" cy="276698"/>
          </a:xfrm>
          <a:custGeom>
            <a:avLst/>
            <a:gdLst/>
            <a:ahLst/>
            <a:cxnLst/>
            <a:rect l="l" t="t" r="r" b="b"/>
            <a:pathLst>
              <a:path w="276698" h="276698">
                <a:moveTo>
                  <a:pt x="69174" y="0"/>
                </a:moveTo>
                <a:lnTo>
                  <a:pt x="207523" y="0"/>
                </a:lnTo>
                <a:cubicBezTo>
                  <a:pt x="245727" y="0"/>
                  <a:pt x="276698" y="30970"/>
                  <a:pt x="276698" y="69174"/>
                </a:cubicBezTo>
                <a:lnTo>
                  <a:pt x="276698" y="207523"/>
                </a:lnTo>
                <a:cubicBezTo>
                  <a:pt x="276698" y="245727"/>
                  <a:pt x="245727" y="276698"/>
                  <a:pt x="207523" y="276698"/>
                </a:cubicBezTo>
                <a:lnTo>
                  <a:pt x="69174" y="276698"/>
                </a:lnTo>
                <a:cubicBezTo>
                  <a:pt x="30970" y="276698"/>
                  <a:pt x="0" y="245727"/>
                  <a:pt x="0" y="207523"/>
                </a:cubicBezTo>
                <a:lnTo>
                  <a:pt x="0" y="69174"/>
                </a:lnTo>
                <a:cubicBezTo>
                  <a:pt x="0" y="30996"/>
                  <a:pt x="30996" y="0"/>
                  <a:pt x="69174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986453" y="3865339"/>
            <a:ext cx="2550809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08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Безопасность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86452" y="4072862"/>
            <a:ext cx="3017737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953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Описание защиты данных и аутентификации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84938" y="4418735"/>
            <a:ext cx="5369668" cy="587983"/>
          </a:xfrm>
          <a:custGeom>
            <a:avLst/>
            <a:gdLst/>
            <a:ahLst/>
            <a:cxnLst/>
            <a:rect l="l" t="t" r="r" b="b"/>
            <a:pathLst>
              <a:path w="5369668" h="587983">
                <a:moveTo>
                  <a:pt x="34587" y="0"/>
                </a:moveTo>
                <a:lnTo>
                  <a:pt x="5300492" y="0"/>
                </a:lnTo>
                <a:cubicBezTo>
                  <a:pt x="5338697" y="0"/>
                  <a:pt x="5369668" y="30971"/>
                  <a:pt x="5369668" y="69176"/>
                </a:cubicBezTo>
                <a:lnTo>
                  <a:pt x="5369668" y="518807"/>
                </a:lnTo>
                <a:cubicBezTo>
                  <a:pt x="5369668" y="556986"/>
                  <a:pt x="5338671" y="587983"/>
                  <a:pt x="5300492" y="587983"/>
                </a:cubicBezTo>
                <a:lnTo>
                  <a:pt x="34587" y="587983"/>
                </a:lnTo>
                <a:cubicBezTo>
                  <a:pt x="15485" y="587983"/>
                  <a:pt x="0" y="572498"/>
                  <a:pt x="0" y="553396"/>
                </a:cubicBezTo>
                <a:lnTo>
                  <a:pt x="0" y="34587"/>
                </a:lnTo>
                <a:cubicBezTo>
                  <a:pt x="0" y="15485"/>
                  <a:pt x="15485" y="0"/>
                  <a:pt x="34587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60" name="Shape 58"/>
          <p:cNvSpPr/>
          <p:nvPr/>
        </p:nvSpPr>
        <p:spPr>
          <a:xfrm>
            <a:off x="484938" y="4418735"/>
            <a:ext cx="34587" cy="587983"/>
          </a:xfrm>
          <a:custGeom>
            <a:avLst/>
            <a:gdLst/>
            <a:ahLst/>
            <a:cxnLst/>
            <a:rect l="l" t="t" r="r" b="b"/>
            <a:pathLst>
              <a:path w="34587" h="587983">
                <a:moveTo>
                  <a:pt x="34587" y="0"/>
                </a:moveTo>
                <a:lnTo>
                  <a:pt x="34587" y="0"/>
                </a:lnTo>
                <a:lnTo>
                  <a:pt x="34587" y="587983"/>
                </a:lnTo>
                <a:lnTo>
                  <a:pt x="34587" y="587983"/>
                </a:lnTo>
                <a:cubicBezTo>
                  <a:pt x="15485" y="587983"/>
                  <a:pt x="0" y="572498"/>
                  <a:pt x="0" y="553396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61" name="Shape 59"/>
          <p:cNvSpPr/>
          <p:nvPr/>
        </p:nvSpPr>
        <p:spPr>
          <a:xfrm>
            <a:off x="605993" y="4574377"/>
            <a:ext cx="276698" cy="276698"/>
          </a:xfrm>
          <a:custGeom>
            <a:avLst/>
            <a:gdLst/>
            <a:ahLst/>
            <a:cxnLst/>
            <a:rect l="l" t="t" r="r" b="b"/>
            <a:pathLst>
              <a:path w="276698" h="276698">
                <a:moveTo>
                  <a:pt x="69174" y="0"/>
                </a:moveTo>
                <a:lnTo>
                  <a:pt x="207523" y="0"/>
                </a:lnTo>
                <a:cubicBezTo>
                  <a:pt x="245727" y="0"/>
                  <a:pt x="276698" y="30970"/>
                  <a:pt x="276698" y="69174"/>
                </a:cubicBezTo>
                <a:lnTo>
                  <a:pt x="276698" y="207523"/>
                </a:lnTo>
                <a:cubicBezTo>
                  <a:pt x="276698" y="245727"/>
                  <a:pt x="245727" y="276698"/>
                  <a:pt x="207523" y="276698"/>
                </a:cubicBezTo>
                <a:lnTo>
                  <a:pt x="69174" y="276698"/>
                </a:lnTo>
                <a:cubicBezTo>
                  <a:pt x="30970" y="276698"/>
                  <a:pt x="0" y="245727"/>
                  <a:pt x="0" y="207523"/>
                </a:cubicBezTo>
                <a:lnTo>
                  <a:pt x="0" y="69174"/>
                </a:lnTo>
                <a:cubicBezTo>
                  <a:pt x="0" y="30996"/>
                  <a:pt x="30996" y="0"/>
                  <a:pt x="69174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986453" y="4522496"/>
            <a:ext cx="2265464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08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Интерфейс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86453" y="4730020"/>
            <a:ext cx="387020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 err="1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Детальное</a:t>
            </a:r>
            <a:r>
              <a:rPr lang="en-US" sz="953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ru-RU" sz="953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руководство по страницам и элементам интерфейса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84938" y="5075892"/>
            <a:ext cx="5369668" cy="587983"/>
          </a:xfrm>
          <a:custGeom>
            <a:avLst/>
            <a:gdLst/>
            <a:ahLst/>
            <a:cxnLst/>
            <a:rect l="l" t="t" r="r" b="b"/>
            <a:pathLst>
              <a:path w="5369668" h="587983">
                <a:moveTo>
                  <a:pt x="34587" y="0"/>
                </a:moveTo>
                <a:lnTo>
                  <a:pt x="5300492" y="0"/>
                </a:lnTo>
                <a:cubicBezTo>
                  <a:pt x="5338697" y="0"/>
                  <a:pt x="5369668" y="30971"/>
                  <a:pt x="5369668" y="69176"/>
                </a:cubicBezTo>
                <a:lnTo>
                  <a:pt x="5369668" y="518807"/>
                </a:lnTo>
                <a:cubicBezTo>
                  <a:pt x="5369668" y="556986"/>
                  <a:pt x="5338671" y="587983"/>
                  <a:pt x="5300492" y="587983"/>
                </a:cubicBezTo>
                <a:lnTo>
                  <a:pt x="34587" y="587983"/>
                </a:lnTo>
                <a:cubicBezTo>
                  <a:pt x="15485" y="587983"/>
                  <a:pt x="0" y="572498"/>
                  <a:pt x="0" y="553396"/>
                </a:cubicBezTo>
                <a:lnTo>
                  <a:pt x="0" y="34587"/>
                </a:lnTo>
                <a:cubicBezTo>
                  <a:pt x="0" y="15485"/>
                  <a:pt x="15485" y="0"/>
                  <a:pt x="34587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66" name="Shape 64"/>
          <p:cNvSpPr/>
          <p:nvPr/>
        </p:nvSpPr>
        <p:spPr>
          <a:xfrm>
            <a:off x="484938" y="5075892"/>
            <a:ext cx="34587" cy="587983"/>
          </a:xfrm>
          <a:custGeom>
            <a:avLst/>
            <a:gdLst/>
            <a:ahLst/>
            <a:cxnLst/>
            <a:rect l="l" t="t" r="r" b="b"/>
            <a:pathLst>
              <a:path w="34587" h="587983">
                <a:moveTo>
                  <a:pt x="34587" y="0"/>
                </a:moveTo>
                <a:lnTo>
                  <a:pt x="34587" y="0"/>
                </a:lnTo>
                <a:lnTo>
                  <a:pt x="34587" y="587983"/>
                </a:lnTo>
                <a:lnTo>
                  <a:pt x="34587" y="587983"/>
                </a:lnTo>
                <a:cubicBezTo>
                  <a:pt x="15485" y="587983"/>
                  <a:pt x="0" y="572498"/>
                  <a:pt x="0" y="553396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7" name="Shape 65"/>
          <p:cNvSpPr/>
          <p:nvPr/>
        </p:nvSpPr>
        <p:spPr>
          <a:xfrm>
            <a:off x="605993" y="5231535"/>
            <a:ext cx="276698" cy="276698"/>
          </a:xfrm>
          <a:custGeom>
            <a:avLst/>
            <a:gdLst/>
            <a:ahLst/>
            <a:cxnLst/>
            <a:rect l="l" t="t" r="r" b="b"/>
            <a:pathLst>
              <a:path w="276698" h="276698">
                <a:moveTo>
                  <a:pt x="69174" y="0"/>
                </a:moveTo>
                <a:lnTo>
                  <a:pt x="207523" y="0"/>
                </a:lnTo>
                <a:cubicBezTo>
                  <a:pt x="245727" y="0"/>
                  <a:pt x="276698" y="30970"/>
                  <a:pt x="276698" y="69174"/>
                </a:cubicBezTo>
                <a:lnTo>
                  <a:pt x="276698" y="207523"/>
                </a:lnTo>
                <a:cubicBezTo>
                  <a:pt x="276698" y="245727"/>
                  <a:pt x="245727" y="276698"/>
                  <a:pt x="207523" y="276698"/>
                </a:cubicBezTo>
                <a:lnTo>
                  <a:pt x="69174" y="276698"/>
                </a:lnTo>
                <a:cubicBezTo>
                  <a:pt x="30970" y="276698"/>
                  <a:pt x="0" y="245727"/>
                  <a:pt x="0" y="207523"/>
                </a:cubicBezTo>
                <a:lnTo>
                  <a:pt x="0" y="69174"/>
                </a:lnTo>
                <a:cubicBezTo>
                  <a:pt x="0" y="30996"/>
                  <a:pt x="30996" y="0"/>
                  <a:pt x="69174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986453" y="5179654"/>
            <a:ext cx="1668834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08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Управление данными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86453" y="5387177"/>
            <a:ext cx="288976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953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Правила работы с транзакциями и категориями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84938" y="5733049"/>
            <a:ext cx="5369668" cy="587983"/>
          </a:xfrm>
          <a:custGeom>
            <a:avLst/>
            <a:gdLst/>
            <a:ahLst/>
            <a:cxnLst/>
            <a:rect l="l" t="t" r="r" b="b"/>
            <a:pathLst>
              <a:path w="5369668" h="587983">
                <a:moveTo>
                  <a:pt x="34587" y="0"/>
                </a:moveTo>
                <a:lnTo>
                  <a:pt x="5300492" y="0"/>
                </a:lnTo>
                <a:cubicBezTo>
                  <a:pt x="5338697" y="0"/>
                  <a:pt x="5369668" y="30971"/>
                  <a:pt x="5369668" y="69176"/>
                </a:cubicBezTo>
                <a:lnTo>
                  <a:pt x="5369668" y="518807"/>
                </a:lnTo>
                <a:cubicBezTo>
                  <a:pt x="5369668" y="556986"/>
                  <a:pt x="5338671" y="587983"/>
                  <a:pt x="5300492" y="587983"/>
                </a:cubicBezTo>
                <a:lnTo>
                  <a:pt x="34587" y="587983"/>
                </a:lnTo>
                <a:cubicBezTo>
                  <a:pt x="15485" y="587983"/>
                  <a:pt x="0" y="572498"/>
                  <a:pt x="0" y="553396"/>
                </a:cubicBezTo>
                <a:lnTo>
                  <a:pt x="0" y="34587"/>
                </a:lnTo>
                <a:cubicBezTo>
                  <a:pt x="0" y="15485"/>
                  <a:pt x="15485" y="0"/>
                  <a:pt x="34587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72" name="Shape 70"/>
          <p:cNvSpPr/>
          <p:nvPr/>
        </p:nvSpPr>
        <p:spPr>
          <a:xfrm>
            <a:off x="484938" y="5733049"/>
            <a:ext cx="34587" cy="587983"/>
          </a:xfrm>
          <a:custGeom>
            <a:avLst/>
            <a:gdLst/>
            <a:ahLst/>
            <a:cxnLst/>
            <a:rect l="l" t="t" r="r" b="b"/>
            <a:pathLst>
              <a:path w="34587" h="587983">
                <a:moveTo>
                  <a:pt x="34587" y="0"/>
                </a:moveTo>
                <a:lnTo>
                  <a:pt x="34587" y="0"/>
                </a:lnTo>
                <a:lnTo>
                  <a:pt x="34587" y="587983"/>
                </a:lnTo>
                <a:lnTo>
                  <a:pt x="34587" y="587983"/>
                </a:lnTo>
                <a:cubicBezTo>
                  <a:pt x="15485" y="587983"/>
                  <a:pt x="0" y="572498"/>
                  <a:pt x="0" y="553396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73" name="Shape 71"/>
          <p:cNvSpPr/>
          <p:nvPr/>
        </p:nvSpPr>
        <p:spPr>
          <a:xfrm>
            <a:off x="605993" y="5888692"/>
            <a:ext cx="276698" cy="276698"/>
          </a:xfrm>
          <a:custGeom>
            <a:avLst/>
            <a:gdLst/>
            <a:ahLst/>
            <a:cxnLst/>
            <a:rect l="l" t="t" r="r" b="b"/>
            <a:pathLst>
              <a:path w="276698" h="276698">
                <a:moveTo>
                  <a:pt x="69174" y="0"/>
                </a:moveTo>
                <a:lnTo>
                  <a:pt x="207523" y="0"/>
                </a:lnTo>
                <a:cubicBezTo>
                  <a:pt x="245727" y="0"/>
                  <a:pt x="276698" y="30970"/>
                  <a:pt x="276698" y="69174"/>
                </a:cubicBezTo>
                <a:lnTo>
                  <a:pt x="276698" y="207523"/>
                </a:lnTo>
                <a:cubicBezTo>
                  <a:pt x="276698" y="245727"/>
                  <a:pt x="245727" y="276698"/>
                  <a:pt x="207523" y="276698"/>
                </a:cubicBezTo>
                <a:lnTo>
                  <a:pt x="69174" y="276698"/>
                </a:lnTo>
                <a:cubicBezTo>
                  <a:pt x="30970" y="276698"/>
                  <a:pt x="0" y="245727"/>
                  <a:pt x="0" y="207523"/>
                </a:cubicBezTo>
                <a:lnTo>
                  <a:pt x="0" y="69174"/>
                </a:lnTo>
                <a:cubicBezTo>
                  <a:pt x="0" y="30996"/>
                  <a:pt x="30996" y="0"/>
                  <a:pt x="69174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986453" y="5836811"/>
            <a:ext cx="1712068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089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Установка и запуск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86453" y="6044335"/>
            <a:ext cx="3017736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953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Системные требования и инструкции по установке</a:t>
            </a:r>
            <a:endParaRPr lang="en-US" sz="1600" dirty="0"/>
          </a:p>
        </p:txBody>
      </p:sp>
      <p:sp>
        <p:nvSpPr>
          <p:cNvPr id="80" name="Shape 43">
            <a:extLst>
              <a:ext uri="{FF2B5EF4-FFF2-40B4-BE49-F238E27FC236}">
                <a16:creationId xmlns:a16="http://schemas.microsoft.com/office/drawing/2014/main" id="{BBFBC480-51C1-2DEB-E2B6-15149F4C0E4E}"/>
              </a:ext>
            </a:extLst>
          </p:cNvPr>
          <p:cNvSpPr/>
          <p:nvPr/>
        </p:nvSpPr>
        <p:spPr>
          <a:xfrm>
            <a:off x="659268" y="593179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11906"/>
                </a:moveTo>
                <a:cubicBezTo>
                  <a:pt x="95250" y="5321"/>
                  <a:pt x="89929" y="0"/>
                  <a:pt x="83344" y="0"/>
                </a:cubicBezTo>
                <a:cubicBezTo>
                  <a:pt x="76758" y="0"/>
                  <a:pt x="71438" y="5321"/>
                  <a:pt x="71438" y="11906"/>
                </a:cubicBezTo>
                <a:lnTo>
                  <a:pt x="71438" y="90301"/>
                </a:lnTo>
                <a:lnTo>
                  <a:pt x="56034" y="74898"/>
                </a:lnTo>
                <a:cubicBezTo>
                  <a:pt x="51383" y="70247"/>
                  <a:pt x="43830" y="70247"/>
                  <a:pt x="39179" y="74898"/>
                </a:cubicBezTo>
                <a:cubicBezTo>
                  <a:pt x="34528" y="79549"/>
                  <a:pt x="34528" y="87102"/>
                  <a:pt x="39179" y="91753"/>
                </a:cubicBezTo>
                <a:lnTo>
                  <a:pt x="74898" y="127471"/>
                </a:lnTo>
                <a:cubicBezTo>
                  <a:pt x="79549" y="132122"/>
                  <a:pt x="87102" y="132122"/>
                  <a:pt x="91753" y="127471"/>
                </a:cubicBezTo>
                <a:lnTo>
                  <a:pt x="127471" y="91753"/>
                </a:lnTo>
                <a:cubicBezTo>
                  <a:pt x="132122" y="87102"/>
                  <a:pt x="132122" y="79549"/>
                  <a:pt x="127471" y="74898"/>
                </a:cubicBezTo>
                <a:cubicBezTo>
                  <a:pt x="122820" y="70247"/>
                  <a:pt x="115267" y="70247"/>
                  <a:pt x="110617" y="74898"/>
                </a:cubicBezTo>
                <a:lnTo>
                  <a:pt x="95250" y="90301"/>
                </a:lnTo>
                <a:lnTo>
                  <a:pt x="95250" y="11906"/>
                </a:lnTo>
                <a:close/>
                <a:moveTo>
                  <a:pt x="23812" y="119063"/>
                </a:moveTo>
                <a:cubicBezTo>
                  <a:pt x="10678" y="119063"/>
                  <a:pt x="0" y="129741"/>
                  <a:pt x="0" y="142875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42875"/>
                </a:lnTo>
                <a:cubicBezTo>
                  <a:pt x="166688" y="129741"/>
                  <a:pt x="156009" y="119063"/>
                  <a:pt x="142875" y="119063"/>
                </a:cubicBezTo>
                <a:lnTo>
                  <a:pt x="125425" y="119063"/>
                </a:lnTo>
                <a:lnTo>
                  <a:pt x="104366" y="140122"/>
                </a:lnTo>
                <a:cubicBezTo>
                  <a:pt x="92757" y="151730"/>
                  <a:pt x="73893" y="151730"/>
                  <a:pt x="62285" y="140122"/>
                </a:cubicBezTo>
                <a:lnTo>
                  <a:pt x="41263" y="119063"/>
                </a:lnTo>
                <a:lnTo>
                  <a:pt x="23812" y="119063"/>
                </a:lnTo>
                <a:close/>
                <a:moveTo>
                  <a:pt x="136922" y="139898"/>
                </a:moveTo>
                <a:cubicBezTo>
                  <a:pt x="141850" y="139898"/>
                  <a:pt x="145852" y="143900"/>
                  <a:pt x="145852" y="148828"/>
                </a:cubicBezTo>
                <a:cubicBezTo>
                  <a:pt x="145852" y="153757"/>
                  <a:pt x="141850" y="157758"/>
                  <a:pt x="136922" y="157758"/>
                </a:cubicBezTo>
                <a:cubicBezTo>
                  <a:pt x="131993" y="157758"/>
                  <a:pt x="127992" y="153757"/>
                  <a:pt x="127992" y="148828"/>
                </a:cubicBezTo>
                <a:cubicBezTo>
                  <a:pt x="127992" y="143900"/>
                  <a:pt x="131993" y="139898"/>
                  <a:pt x="136922" y="139898"/>
                </a:cubicBezTo>
                <a:close/>
              </a:path>
            </a:pathLst>
          </a:custGeom>
          <a:solidFill>
            <a:srgbClr val="2176FF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81" name="Shape 84">
            <a:extLst>
              <a:ext uri="{FF2B5EF4-FFF2-40B4-BE49-F238E27FC236}">
                <a16:creationId xmlns:a16="http://schemas.microsoft.com/office/drawing/2014/main" id="{D7466EE5-E6D4-4BE3-CB3A-CB172E52C41E}"/>
              </a:ext>
            </a:extLst>
          </p:cNvPr>
          <p:cNvSpPr/>
          <p:nvPr/>
        </p:nvSpPr>
        <p:spPr>
          <a:xfrm>
            <a:off x="664737" y="4627334"/>
            <a:ext cx="160807" cy="160807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82" name="Shape 66">
            <a:extLst>
              <a:ext uri="{FF2B5EF4-FFF2-40B4-BE49-F238E27FC236}">
                <a16:creationId xmlns:a16="http://schemas.microsoft.com/office/drawing/2014/main" id="{24F2B634-3A0C-2E7F-B73E-C9C53D4C0139}"/>
              </a:ext>
            </a:extLst>
          </p:cNvPr>
          <p:cNvSpPr/>
          <p:nvPr/>
        </p:nvSpPr>
        <p:spPr>
          <a:xfrm>
            <a:off x="657824" y="3977400"/>
            <a:ext cx="163042" cy="163042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8534" y="0"/>
                </a:moveTo>
                <a:cubicBezTo>
                  <a:pt x="110484" y="0"/>
                  <a:pt x="112435" y="424"/>
                  <a:pt x="114215" y="1229"/>
                </a:cubicBezTo>
                <a:lnTo>
                  <a:pt x="194090" y="35104"/>
                </a:lnTo>
                <a:cubicBezTo>
                  <a:pt x="203417" y="39047"/>
                  <a:pt x="210370" y="48247"/>
                  <a:pt x="210327" y="59355"/>
                </a:cubicBezTo>
                <a:cubicBezTo>
                  <a:pt x="210115" y="101412"/>
                  <a:pt x="192818" y="178361"/>
                  <a:pt x="119769" y="213337"/>
                </a:cubicBezTo>
                <a:cubicBezTo>
                  <a:pt x="112689" y="216729"/>
                  <a:pt x="104464" y="216729"/>
                  <a:pt x="97384" y="213337"/>
                </a:cubicBezTo>
                <a:cubicBezTo>
                  <a:pt x="24293" y="178361"/>
                  <a:pt x="7038" y="101412"/>
                  <a:pt x="6826" y="59355"/>
                </a:cubicBezTo>
                <a:cubicBezTo>
                  <a:pt x="6783" y="48247"/>
                  <a:pt x="13736" y="39047"/>
                  <a:pt x="23064" y="35104"/>
                </a:cubicBezTo>
                <a:lnTo>
                  <a:pt x="102895" y="1229"/>
                </a:lnTo>
                <a:cubicBezTo>
                  <a:pt x="104676" y="424"/>
                  <a:pt x="106584" y="0"/>
                  <a:pt x="108534" y="0"/>
                </a:cubicBezTo>
                <a:close/>
                <a:moveTo>
                  <a:pt x="108534" y="28321"/>
                </a:moveTo>
                <a:lnTo>
                  <a:pt x="108534" y="188620"/>
                </a:lnTo>
                <a:cubicBezTo>
                  <a:pt x="167041" y="160300"/>
                  <a:pt x="182770" y="97554"/>
                  <a:pt x="183151" y="59991"/>
                </a:cubicBezTo>
                <a:lnTo>
                  <a:pt x="108534" y="28363"/>
                </a:lnTo>
                <a:lnTo>
                  <a:pt x="108534" y="28363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83" name="Shape 59">
            <a:extLst>
              <a:ext uri="{FF2B5EF4-FFF2-40B4-BE49-F238E27FC236}">
                <a16:creationId xmlns:a16="http://schemas.microsoft.com/office/drawing/2014/main" id="{CC62E70B-CA99-F149-397B-B3AA478C47D1}"/>
              </a:ext>
            </a:extLst>
          </p:cNvPr>
          <p:cNvSpPr/>
          <p:nvPr/>
        </p:nvSpPr>
        <p:spPr>
          <a:xfrm>
            <a:off x="679521" y="5293314"/>
            <a:ext cx="133995" cy="153138"/>
          </a:xfrm>
          <a:custGeom>
            <a:avLst/>
            <a:gdLst/>
            <a:ahLst/>
            <a:cxnLst/>
            <a:rect l="l" t="t" r="r" b="b"/>
            <a:pathLst>
              <a:path w="165267" h="188877">
                <a:moveTo>
                  <a:pt x="165267" y="75920"/>
                </a:moveTo>
                <a:cubicBezTo>
                  <a:pt x="159808" y="79535"/>
                  <a:pt x="153536" y="82449"/>
                  <a:pt x="147007" y="84773"/>
                </a:cubicBezTo>
                <a:cubicBezTo>
                  <a:pt x="129668" y="90971"/>
                  <a:pt x="106907" y="94438"/>
                  <a:pt x="82634" y="94438"/>
                </a:cubicBezTo>
                <a:cubicBezTo>
                  <a:pt x="58360" y="94438"/>
                  <a:pt x="35562" y="90934"/>
                  <a:pt x="18261" y="84773"/>
                </a:cubicBezTo>
                <a:cubicBezTo>
                  <a:pt x="11768" y="82449"/>
                  <a:pt x="5460" y="79535"/>
                  <a:pt x="0" y="75920"/>
                </a:cubicBezTo>
                <a:lnTo>
                  <a:pt x="0" y="106243"/>
                </a:lnTo>
                <a:cubicBezTo>
                  <a:pt x="0" y="122549"/>
                  <a:pt x="37001" y="135755"/>
                  <a:pt x="82634" y="135755"/>
                </a:cubicBezTo>
                <a:cubicBezTo>
                  <a:pt x="128267" y="135755"/>
                  <a:pt x="165267" y="122549"/>
                  <a:pt x="165267" y="106243"/>
                </a:cubicBezTo>
                <a:lnTo>
                  <a:pt x="165267" y="75920"/>
                </a:lnTo>
                <a:close/>
                <a:moveTo>
                  <a:pt x="165267" y="47219"/>
                </a:moveTo>
                <a:lnTo>
                  <a:pt x="165267" y="29512"/>
                </a:lnTo>
                <a:cubicBezTo>
                  <a:pt x="165267" y="13207"/>
                  <a:pt x="128267" y="0"/>
                  <a:pt x="82634" y="0"/>
                </a:cubicBezTo>
                <a:cubicBezTo>
                  <a:pt x="37001" y="0"/>
                  <a:pt x="0" y="13207"/>
                  <a:pt x="0" y="29512"/>
                </a:cubicBezTo>
                <a:lnTo>
                  <a:pt x="0" y="47219"/>
                </a:lnTo>
                <a:cubicBezTo>
                  <a:pt x="0" y="63525"/>
                  <a:pt x="37001" y="76731"/>
                  <a:pt x="82634" y="76731"/>
                </a:cubicBezTo>
                <a:cubicBezTo>
                  <a:pt x="128267" y="76731"/>
                  <a:pt x="165267" y="63525"/>
                  <a:pt x="165267" y="47219"/>
                </a:cubicBezTo>
                <a:close/>
                <a:moveTo>
                  <a:pt x="147007" y="143797"/>
                </a:moveTo>
                <a:cubicBezTo>
                  <a:pt x="129705" y="149958"/>
                  <a:pt x="106944" y="153462"/>
                  <a:pt x="82634" y="153462"/>
                </a:cubicBezTo>
                <a:cubicBezTo>
                  <a:pt x="58323" y="153462"/>
                  <a:pt x="35562" y="149958"/>
                  <a:pt x="18261" y="143797"/>
                </a:cubicBezTo>
                <a:cubicBezTo>
                  <a:pt x="11768" y="141473"/>
                  <a:pt x="5460" y="138559"/>
                  <a:pt x="0" y="134944"/>
                </a:cubicBezTo>
                <a:lnTo>
                  <a:pt x="0" y="159365"/>
                </a:lnTo>
                <a:cubicBezTo>
                  <a:pt x="0" y="175670"/>
                  <a:pt x="37001" y="188877"/>
                  <a:pt x="82634" y="188877"/>
                </a:cubicBezTo>
                <a:cubicBezTo>
                  <a:pt x="128267" y="188877"/>
                  <a:pt x="165267" y="175670"/>
                  <a:pt x="165267" y="159365"/>
                </a:cubicBezTo>
                <a:lnTo>
                  <a:pt x="165267" y="134944"/>
                </a:lnTo>
                <a:cubicBezTo>
                  <a:pt x="159808" y="138559"/>
                  <a:pt x="153536" y="141473"/>
                  <a:pt x="147007" y="143797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4" name="Shape 3">
            <a:extLst>
              <a:ext uri="{FF2B5EF4-FFF2-40B4-BE49-F238E27FC236}">
                <a16:creationId xmlns:a16="http://schemas.microsoft.com/office/drawing/2014/main" id="{C77E6176-C814-A1CB-ACC4-566F5CB73AFB}"/>
              </a:ext>
            </a:extLst>
          </p:cNvPr>
          <p:cNvSpPr/>
          <p:nvPr/>
        </p:nvSpPr>
        <p:spPr>
          <a:xfrm>
            <a:off x="6253372" y="3449732"/>
            <a:ext cx="5670577" cy="2982521"/>
          </a:xfrm>
          <a:custGeom>
            <a:avLst/>
            <a:gdLst/>
            <a:ahLst/>
            <a:cxnLst/>
            <a:rect l="l" t="t" r="r" b="b"/>
            <a:pathLst>
              <a:path w="5670577" h="3474288">
                <a:moveTo>
                  <a:pt x="103777" y="0"/>
                </a:moveTo>
                <a:lnTo>
                  <a:pt x="5566800" y="0"/>
                </a:lnTo>
                <a:cubicBezTo>
                  <a:pt x="5624114" y="0"/>
                  <a:pt x="5670577" y="46463"/>
                  <a:pt x="5670577" y="103777"/>
                </a:cubicBezTo>
                <a:lnTo>
                  <a:pt x="5670577" y="3370511"/>
                </a:lnTo>
                <a:cubicBezTo>
                  <a:pt x="5670577" y="3427825"/>
                  <a:pt x="5624114" y="3474288"/>
                  <a:pt x="5566800" y="3474288"/>
                </a:cubicBezTo>
                <a:lnTo>
                  <a:pt x="103777" y="3474288"/>
                </a:lnTo>
                <a:cubicBezTo>
                  <a:pt x="46463" y="3474288"/>
                  <a:pt x="0" y="3427825"/>
                  <a:pt x="0" y="3370511"/>
                </a:cubicBezTo>
                <a:lnTo>
                  <a:pt x="0" y="103777"/>
                </a:lnTo>
                <a:cubicBezTo>
                  <a:pt x="0" y="46463"/>
                  <a:pt x="46463" y="0"/>
                  <a:pt x="103777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AB779290-BB86-03D5-7350-A325A214A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638" y="3615745"/>
            <a:ext cx="5395758" cy="2670768"/>
          </a:xfrm>
          <a:prstGeom prst="roundRect">
            <a:avLst>
              <a:gd name="adj" fmla="val 4354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687" y="357156"/>
            <a:ext cx="32469" cy="259750"/>
          </a:xfrm>
          <a:custGeom>
            <a:avLst/>
            <a:gdLst/>
            <a:ahLst/>
            <a:cxnLst/>
            <a:rect l="l" t="t" r="r" b="b"/>
            <a:pathLst>
              <a:path w="32469" h="259750">
                <a:moveTo>
                  <a:pt x="16234" y="0"/>
                </a:moveTo>
                <a:lnTo>
                  <a:pt x="16234" y="0"/>
                </a:lnTo>
                <a:cubicBezTo>
                  <a:pt x="25194" y="0"/>
                  <a:pt x="32469" y="7274"/>
                  <a:pt x="32469" y="16234"/>
                </a:cubicBezTo>
                <a:lnTo>
                  <a:pt x="32469" y="243515"/>
                </a:lnTo>
                <a:cubicBezTo>
                  <a:pt x="32469" y="252481"/>
                  <a:pt x="25200" y="259750"/>
                  <a:pt x="16234" y="259750"/>
                </a:cubicBezTo>
                <a:lnTo>
                  <a:pt x="16234" y="259750"/>
                </a:lnTo>
                <a:cubicBezTo>
                  <a:pt x="7268" y="259750"/>
                  <a:pt x="0" y="252481"/>
                  <a:pt x="0" y="243515"/>
                </a:cubicBezTo>
                <a:lnTo>
                  <a:pt x="0" y="16234"/>
                </a:lnTo>
                <a:cubicBezTo>
                  <a:pt x="0" y="7274"/>
                  <a:pt x="7274" y="0"/>
                  <a:pt x="16234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3" name="Text 1"/>
          <p:cNvSpPr/>
          <p:nvPr/>
        </p:nvSpPr>
        <p:spPr>
          <a:xfrm>
            <a:off x="454562" y="324687"/>
            <a:ext cx="3717667" cy="324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01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Достоинства и недостатки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4562" y="714312"/>
            <a:ext cx="11485806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Сравнительный анализ с существующими аналогами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934" y="1042246"/>
            <a:ext cx="5704752" cy="2879974"/>
          </a:xfrm>
          <a:custGeom>
            <a:avLst/>
            <a:gdLst/>
            <a:ahLst/>
            <a:cxnLst/>
            <a:rect l="l" t="t" r="r" b="b"/>
            <a:pathLst>
              <a:path w="5704752" h="2879974">
                <a:moveTo>
                  <a:pt x="97401" y="0"/>
                </a:moveTo>
                <a:lnTo>
                  <a:pt x="5607351" y="0"/>
                </a:lnTo>
                <a:cubicBezTo>
                  <a:pt x="5661144" y="0"/>
                  <a:pt x="5704752" y="43608"/>
                  <a:pt x="5704752" y="97401"/>
                </a:cubicBezTo>
                <a:lnTo>
                  <a:pt x="5704752" y="2782574"/>
                </a:lnTo>
                <a:cubicBezTo>
                  <a:pt x="5704752" y="2836367"/>
                  <a:pt x="5661144" y="2879974"/>
                  <a:pt x="5607351" y="2879974"/>
                </a:cubicBezTo>
                <a:lnTo>
                  <a:pt x="97401" y="2879974"/>
                </a:lnTo>
                <a:cubicBezTo>
                  <a:pt x="43608" y="2879974"/>
                  <a:pt x="0" y="2836367"/>
                  <a:pt x="0" y="2782574"/>
                </a:cubicBezTo>
                <a:lnTo>
                  <a:pt x="0" y="97401"/>
                </a:lnTo>
                <a:cubicBezTo>
                  <a:pt x="0" y="43644"/>
                  <a:pt x="43644" y="0"/>
                  <a:pt x="97401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056" y="1175366"/>
            <a:ext cx="389625" cy="389625"/>
          </a:xfrm>
          <a:custGeom>
            <a:avLst/>
            <a:gdLst/>
            <a:ahLst/>
            <a:cxnLst/>
            <a:rect l="l" t="t" r="r" b="b"/>
            <a:pathLst>
              <a:path w="389625" h="389625">
                <a:moveTo>
                  <a:pt x="64939" y="0"/>
                </a:moveTo>
                <a:lnTo>
                  <a:pt x="324686" y="0"/>
                </a:lnTo>
                <a:cubicBezTo>
                  <a:pt x="360550" y="0"/>
                  <a:pt x="389625" y="29074"/>
                  <a:pt x="389625" y="64939"/>
                </a:cubicBezTo>
                <a:lnTo>
                  <a:pt x="389625" y="324686"/>
                </a:lnTo>
                <a:cubicBezTo>
                  <a:pt x="389625" y="360550"/>
                  <a:pt x="360550" y="389625"/>
                  <a:pt x="324686" y="389625"/>
                </a:cubicBezTo>
                <a:lnTo>
                  <a:pt x="64939" y="389625"/>
                </a:lnTo>
                <a:cubicBezTo>
                  <a:pt x="29074" y="389625"/>
                  <a:pt x="0" y="360550"/>
                  <a:pt x="0" y="324686"/>
                </a:cubicBezTo>
                <a:lnTo>
                  <a:pt x="0" y="64939"/>
                </a:lnTo>
                <a:cubicBezTo>
                  <a:pt x="0" y="29074"/>
                  <a:pt x="29074" y="0"/>
                  <a:pt x="64939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4110" y="1272772"/>
            <a:ext cx="243515" cy="194812"/>
          </a:xfrm>
          <a:custGeom>
            <a:avLst/>
            <a:gdLst/>
            <a:ahLst/>
            <a:cxnLst/>
            <a:rect l="l" t="t" r="r" b="b"/>
            <a:pathLst>
              <a:path w="243515" h="194812">
                <a:moveTo>
                  <a:pt x="146109" y="12176"/>
                </a:moveTo>
                <a:lnTo>
                  <a:pt x="194812" y="12176"/>
                </a:lnTo>
                <a:cubicBezTo>
                  <a:pt x="201547" y="12176"/>
                  <a:pt x="206988" y="17617"/>
                  <a:pt x="206988" y="24352"/>
                </a:cubicBezTo>
                <a:cubicBezTo>
                  <a:pt x="206988" y="31086"/>
                  <a:pt x="201547" y="36527"/>
                  <a:pt x="194812" y="36527"/>
                </a:cubicBezTo>
                <a:lnTo>
                  <a:pt x="151588" y="36527"/>
                </a:lnTo>
                <a:cubicBezTo>
                  <a:pt x="149610" y="46344"/>
                  <a:pt x="142875" y="54449"/>
                  <a:pt x="133933" y="58330"/>
                </a:cubicBezTo>
                <a:lnTo>
                  <a:pt x="133933" y="170461"/>
                </a:lnTo>
                <a:lnTo>
                  <a:pt x="194812" y="170461"/>
                </a:lnTo>
                <a:cubicBezTo>
                  <a:pt x="201547" y="170461"/>
                  <a:pt x="206988" y="175902"/>
                  <a:pt x="206988" y="182636"/>
                </a:cubicBezTo>
                <a:cubicBezTo>
                  <a:pt x="206988" y="189371"/>
                  <a:pt x="201547" y="194812"/>
                  <a:pt x="194812" y="194812"/>
                </a:cubicBezTo>
                <a:lnTo>
                  <a:pt x="48703" y="194812"/>
                </a:lnTo>
                <a:cubicBezTo>
                  <a:pt x="41968" y="194812"/>
                  <a:pt x="36527" y="189371"/>
                  <a:pt x="36527" y="182636"/>
                </a:cubicBezTo>
                <a:cubicBezTo>
                  <a:pt x="36527" y="175902"/>
                  <a:pt x="41968" y="170461"/>
                  <a:pt x="48703" y="170461"/>
                </a:cubicBezTo>
                <a:lnTo>
                  <a:pt x="109582" y="170461"/>
                </a:lnTo>
                <a:lnTo>
                  <a:pt x="109582" y="58330"/>
                </a:lnTo>
                <a:cubicBezTo>
                  <a:pt x="100640" y="54410"/>
                  <a:pt x="93906" y="46306"/>
                  <a:pt x="91927" y="36527"/>
                </a:cubicBezTo>
                <a:lnTo>
                  <a:pt x="48703" y="36527"/>
                </a:lnTo>
                <a:cubicBezTo>
                  <a:pt x="41968" y="36527"/>
                  <a:pt x="36527" y="31086"/>
                  <a:pt x="36527" y="24352"/>
                </a:cubicBezTo>
                <a:cubicBezTo>
                  <a:pt x="36527" y="17617"/>
                  <a:pt x="41968" y="12176"/>
                  <a:pt x="48703" y="12176"/>
                </a:cubicBezTo>
                <a:lnTo>
                  <a:pt x="97406" y="12176"/>
                </a:lnTo>
                <a:cubicBezTo>
                  <a:pt x="102961" y="4794"/>
                  <a:pt x="111789" y="0"/>
                  <a:pt x="121758" y="0"/>
                </a:cubicBezTo>
                <a:cubicBezTo>
                  <a:pt x="131727" y="0"/>
                  <a:pt x="140554" y="4794"/>
                  <a:pt x="146109" y="12176"/>
                </a:cubicBezTo>
                <a:close/>
                <a:moveTo>
                  <a:pt x="167265" y="121758"/>
                </a:moveTo>
                <a:lnTo>
                  <a:pt x="222360" y="121758"/>
                </a:lnTo>
                <a:lnTo>
                  <a:pt x="194812" y="74500"/>
                </a:lnTo>
                <a:lnTo>
                  <a:pt x="167265" y="121758"/>
                </a:lnTo>
                <a:close/>
                <a:moveTo>
                  <a:pt x="194812" y="158285"/>
                </a:moveTo>
                <a:cubicBezTo>
                  <a:pt x="170879" y="158285"/>
                  <a:pt x="150979" y="145348"/>
                  <a:pt x="146870" y="128264"/>
                </a:cubicBezTo>
                <a:cubicBezTo>
                  <a:pt x="145881" y="124079"/>
                  <a:pt x="147251" y="119779"/>
                  <a:pt x="149419" y="116050"/>
                </a:cubicBezTo>
                <a:lnTo>
                  <a:pt x="185642" y="53954"/>
                </a:lnTo>
                <a:cubicBezTo>
                  <a:pt x="187545" y="50682"/>
                  <a:pt x="191045" y="48703"/>
                  <a:pt x="194812" y="48703"/>
                </a:cubicBezTo>
                <a:cubicBezTo>
                  <a:pt x="198579" y="48703"/>
                  <a:pt x="202080" y="50720"/>
                  <a:pt x="203982" y="53954"/>
                </a:cubicBezTo>
                <a:lnTo>
                  <a:pt x="240205" y="116050"/>
                </a:lnTo>
                <a:cubicBezTo>
                  <a:pt x="242374" y="119779"/>
                  <a:pt x="243744" y="124079"/>
                  <a:pt x="242754" y="128264"/>
                </a:cubicBezTo>
                <a:cubicBezTo>
                  <a:pt x="238645" y="145310"/>
                  <a:pt x="218745" y="158285"/>
                  <a:pt x="194812" y="158285"/>
                </a:cubicBezTo>
                <a:close/>
                <a:moveTo>
                  <a:pt x="48246" y="74500"/>
                </a:moveTo>
                <a:lnTo>
                  <a:pt x="20699" y="121758"/>
                </a:lnTo>
                <a:lnTo>
                  <a:pt x="75832" y="121758"/>
                </a:lnTo>
                <a:lnTo>
                  <a:pt x="48246" y="74500"/>
                </a:lnTo>
                <a:close/>
                <a:moveTo>
                  <a:pt x="342" y="128264"/>
                </a:moveTo>
                <a:cubicBezTo>
                  <a:pt x="-647" y="124079"/>
                  <a:pt x="723" y="119779"/>
                  <a:pt x="2892" y="116050"/>
                </a:cubicBezTo>
                <a:lnTo>
                  <a:pt x="39115" y="53954"/>
                </a:lnTo>
                <a:cubicBezTo>
                  <a:pt x="41017" y="50682"/>
                  <a:pt x="44518" y="48703"/>
                  <a:pt x="48285" y="48703"/>
                </a:cubicBezTo>
                <a:cubicBezTo>
                  <a:pt x="52051" y="48703"/>
                  <a:pt x="55552" y="50720"/>
                  <a:pt x="57454" y="53954"/>
                </a:cubicBezTo>
                <a:lnTo>
                  <a:pt x="93677" y="116050"/>
                </a:lnTo>
                <a:cubicBezTo>
                  <a:pt x="95846" y="119779"/>
                  <a:pt x="97216" y="124079"/>
                  <a:pt x="96227" y="128264"/>
                </a:cubicBezTo>
                <a:cubicBezTo>
                  <a:pt x="92117" y="145310"/>
                  <a:pt x="72218" y="158285"/>
                  <a:pt x="48285" y="158285"/>
                </a:cubicBezTo>
                <a:cubicBezTo>
                  <a:pt x="24352" y="158285"/>
                  <a:pt x="4452" y="145348"/>
                  <a:pt x="342" y="128264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8" name="Text 6"/>
          <p:cNvSpPr/>
          <p:nvPr/>
        </p:nvSpPr>
        <p:spPr>
          <a:xfrm>
            <a:off x="948086" y="1256537"/>
            <a:ext cx="1891302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8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Сравнительный анализ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4303" y="1665643"/>
            <a:ext cx="5428768" cy="2116960"/>
          </a:xfrm>
          <a:custGeom>
            <a:avLst/>
            <a:gdLst/>
            <a:ahLst/>
            <a:cxnLst/>
            <a:rect l="l" t="t" r="r" b="b"/>
            <a:pathLst>
              <a:path w="5428768" h="2116960">
                <a:moveTo>
                  <a:pt x="64927" y="0"/>
                </a:moveTo>
                <a:lnTo>
                  <a:pt x="5363841" y="0"/>
                </a:lnTo>
                <a:cubicBezTo>
                  <a:pt x="5399699" y="0"/>
                  <a:pt x="5428768" y="29069"/>
                  <a:pt x="5428768" y="64927"/>
                </a:cubicBezTo>
                <a:lnTo>
                  <a:pt x="5428768" y="2052033"/>
                </a:lnTo>
                <a:cubicBezTo>
                  <a:pt x="5428768" y="2087891"/>
                  <a:pt x="5399699" y="2116960"/>
                  <a:pt x="5363841" y="2116960"/>
                </a:cubicBezTo>
                <a:lnTo>
                  <a:pt x="64927" y="2116960"/>
                </a:lnTo>
                <a:cubicBezTo>
                  <a:pt x="29069" y="2116960"/>
                  <a:pt x="0" y="2087891"/>
                  <a:pt x="0" y="2052033"/>
                </a:cubicBezTo>
                <a:lnTo>
                  <a:pt x="0" y="64927"/>
                </a:lnTo>
                <a:cubicBezTo>
                  <a:pt x="0" y="29069"/>
                  <a:pt x="29069" y="0"/>
                  <a:pt x="64927" y="0"/>
                </a:cubicBezTo>
                <a:close/>
              </a:path>
            </a:pathLst>
          </a:custGeom>
          <a:solidFill>
            <a:srgbClr val="1E1E1E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077" y="1733834"/>
            <a:ext cx="1777662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5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Параметр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9551" y="1733834"/>
            <a:ext cx="1777662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5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Finlytics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31547" y="1733834"/>
            <a:ext cx="1777662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5" b="1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Аналоги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2487" y="1961115"/>
            <a:ext cx="5292399" cy="324687"/>
          </a:xfrm>
          <a:custGeom>
            <a:avLst/>
            <a:gdLst/>
            <a:ahLst/>
            <a:cxnLst/>
            <a:rect l="l" t="t" r="r" b="b"/>
            <a:pathLst>
              <a:path w="5292399" h="324687">
                <a:moveTo>
                  <a:pt x="32469" y="0"/>
                </a:moveTo>
                <a:lnTo>
                  <a:pt x="5259931" y="0"/>
                </a:lnTo>
                <a:cubicBezTo>
                  <a:pt x="5277863" y="0"/>
                  <a:pt x="5292399" y="14537"/>
                  <a:pt x="5292399" y="32469"/>
                </a:cubicBezTo>
                <a:lnTo>
                  <a:pt x="5292399" y="292218"/>
                </a:lnTo>
                <a:cubicBezTo>
                  <a:pt x="5292399" y="310150"/>
                  <a:pt x="5277863" y="324687"/>
                  <a:pt x="5259931" y="324687"/>
                </a:cubicBezTo>
                <a:lnTo>
                  <a:pt x="32469" y="324687"/>
                </a:lnTo>
                <a:cubicBezTo>
                  <a:pt x="14537" y="324687"/>
                  <a:pt x="0" y="310150"/>
                  <a:pt x="0" y="292218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2C2C2C"/>
          </a:solidFill>
          <a:ln/>
        </p:spPr>
      </p:sp>
      <p:sp>
        <p:nvSpPr>
          <p:cNvPr id="14" name="Text 12"/>
          <p:cNvSpPr/>
          <p:nvPr/>
        </p:nvSpPr>
        <p:spPr>
          <a:xfrm>
            <a:off x="597424" y="2042287"/>
            <a:ext cx="1737076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Офлайн-работа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44202" y="2032544"/>
            <a:ext cx="468057" cy="194812"/>
          </a:xfrm>
          <a:custGeom>
            <a:avLst/>
            <a:gdLst/>
            <a:ahLst/>
            <a:cxnLst/>
            <a:rect l="l" t="t" r="r" b="b"/>
            <a:pathLst>
              <a:path w="468057" h="194812">
                <a:moveTo>
                  <a:pt x="32469" y="0"/>
                </a:moveTo>
                <a:lnTo>
                  <a:pt x="435587" y="0"/>
                </a:lnTo>
                <a:cubicBezTo>
                  <a:pt x="453520" y="0"/>
                  <a:pt x="468057" y="14537"/>
                  <a:pt x="468057" y="32469"/>
                </a:cubicBezTo>
                <a:lnTo>
                  <a:pt x="468057" y="162343"/>
                </a:lnTo>
                <a:cubicBezTo>
                  <a:pt x="468057" y="180275"/>
                  <a:pt x="453520" y="194812"/>
                  <a:pt x="435587" y="194812"/>
                </a:cubicBezTo>
                <a:lnTo>
                  <a:pt x="32469" y="194812"/>
                </a:lnTo>
                <a:cubicBezTo>
                  <a:pt x="14537" y="194812"/>
                  <a:pt x="0" y="180275"/>
                  <a:pt x="0" y="162343"/>
                </a:cubicBezTo>
                <a:lnTo>
                  <a:pt x="0" y="32469"/>
                </a:lnTo>
                <a:cubicBezTo>
                  <a:pt x="0" y="14537"/>
                  <a:pt x="14537" y="0"/>
                  <a:pt x="32469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919850" y="2032544"/>
            <a:ext cx="516760" cy="194812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 algn="ctr">
              <a:lnSpc>
                <a:spcPct val="110000"/>
              </a:lnSpc>
            </a:pPr>
            <a:r>
              <a:rPr lang="en-US" sz="767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Полная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36937" y="2032544"/>
            <a:ext cx="566985" cy="194812"/>
          </a:xfrm>
          <a:custGeom>
            <a:avLst/>
            <a:gdLst/>
            <a:ahLst/>
            <a:cxnLst/>
            <a:rect l="l" t="t" r="r" b="b"/>
            <a:pathLst>
              <a:path w="566985" h="194812">
                <a:moveTo>
                  <a:pt x="32469" y="0"/>
                </a:moveTo>
                <a:lnTo>
                  <a:pt x="534515" y="0"/>
                </a:lnTo>
                <a:cubicBezTo>
                  <a:pt x="552448" y="0"/>
                  <a:pt x="566985" y="14537"/>
                  <a:pt x="566985" y="32469"/>
                </a:cubicBezTo>
                <a:lnTo>
                  <a:pt x="566985" y="162343"/>
                </a:lnTo>
                <a:cubicBezTo>
                  <a:pt x="566985" y="180275"/>
                  <a:pt x="552448" y="194812"/>
                  <a:pt x="534515" y="194812"/>
                </a:cubicBezTo>
                <a:lnTo>
                  <a:pt x="32469" y="194812"/>
                </a:lnTo>
                <a:cubicBezTo>
                  <a:pt x="14537" y="194812"/>
                  <a:pt x="0" y="180275"/>
                  <a:pt x="0" y="162343"/>
                </a:cubicBezTo>
                <a:lnTo>
                  <a:pt x="0" y="32469"/>
                </a:lnTo>
                <a:cubicBezTo>
                  <a:pt x="0" y="14537"/>
                  <a:pt x="14537" y="0"/>
                  <a:pt x="32469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612586" y="2032544"/>
            <a:ext cx="615688" cy="194812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 algn="ctr">
              <a:lnSpc>
                <a:spcPct val="110000"/>
              </a:lnSpc>
            </a:pPr>
            <a:r>
              <a:rPr lang="en-US" sz="767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Частично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2487" y="2318271"/>
            <a:ext cx="5292399" cy="324687"/>
          </a:xfrm>
          <a:custGeom>
            <a:avLst/>
            <a:gdLst/>
            <a:ahLst/>
            <a:cxnLst/>
            <a:rect l="l" t="t" r="r" b="b"/>
            <a:pathLst>
              <a:path w="5292399" h="324687">
                <a:moveTo>
                  <a:pt x="32469" y="0"/>
                </a:moveTo>
                <a:lnTo>
                  <a:pt x="5259931" y="0"/>
                </a:lnTo>
                <a:cubicBezTo>
                  <a:pt x="5277863" y="0"/>
                  <a:pt x="5292399" y="14537"/>
                  <a:pt x="5292399" y="32469"/>
                </a:cubicBezTo>
                <a:lnTo>
                  <a:pt x="5292399" y="292218"/>
                </a:lnTo>
                <a:cubicBezTo>
                  <a:pt x="5292399" y="310150"/>
                  <a:pt x="5277863" y="324687"/>
                  <a:pt x="5259931" y="324687"/>
                </a:cubicBezTo>
                <a:lnTo>
                  <a:pt x="32469" y="324687"/>
                </a:lnTo>
                <a:cubicBezTo>
                  <a:pt x="14537" y="324687"/>
                  <a:pt x="0" y="310150"/>
                  <a:pt x="0" y="292218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2C2C2C"/>
          </a:solidFill>
          <a:ln/>
        </p:spPr>
      </p:sp>
      <p:sp>
        <p:nvSpPr>
          <p:cNvPr id="20" name="Text 18"/>
          <p:cNvSpPr/>
          <p:nvPr/>
        </p:nvSpPr>
        <p:spPr>
          <a:xfrm>
            <a:off x="597424" y="2399442"/>
            <a:ext cx="1737076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Приватность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865364" y="2389700"/>
            <a:ext cx="625631" cy="194812"/>
          </a:xfrm>
          <a:custGeom>
            <a:avLst/>
            <a:gdLst/>
            <a:ahLst/>
            <a:cxnLst/>
            <a:rect l="l" t="t" r="r" b="b"/>
            <a:pathLst>
              <a:path w="625631" h="194812">
                <a:moveTo>
                  <a:pt x="32469" y="0"/>
                </a:moveTo>
                <a:lnTo>
                  <a:pt x="593162" y="0"/>
                </a:lnTo>
                <a:cubicBezTo>
                  <a:pt x="611094" y="0"/>
                  <a:pt x="625631" y="14537"/>
                  <a:pt x="625631" y="32469"/>
                </a:cubicBezTo>
                <a:lnTo>
                  <a:pt x="625631" y="162343"/>
                </a:lnTo>
                <a:cubicBezTo>
                  <a:pt x="625631" y="180275"/>
                  <a:pt x="611094" y="194812"/>
                  <a:pt x="593162" y="194812"/>
                </a:cubicBezTo>
                <a:lnTo>
                  <a:pt x="32469" y="194812"/>
                </a:lnTo>
                <a:cubicBezTo>
                  <a:pt x="14537" y="194812"/>
                  <a:pt x="0" y="180275"/>
                  <a:pt x="0" y="162343"/>
                </a:cubicBezTo>
                <a:lnTo>
                  <a:pt x="0" y="32469"/>
                </a:lnTo>
                <a:cubicBezTo>
                  <a:pt x="0" y="14537"/>
                  <a:pt x="14537" y="0"/>
                  <a:pt x="32469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841012" y="2389700"/>
            <a:ext cx="674335" cy="194812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 algn="ctr">
              <a:lnSpc>
                <a:spcPct val="110000"/>
              </a:lnSpc>
            </a:pPr>
            <a:r>
              <a:rPr lang="en-US" sz="767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Локальная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28922" y="2389700"/>
            <a:ext cx="582915" cy="194812"/>
          </a:xfrm>
          <a:custGeom>
            <a:avLst/>
            <a:gdLst/>
            <a:ahLst/>
            <a:cxnLst/>
            <a:rect l="l" t="t" r="r" b="b"/>
            <a:pathLst>
              <a:path w="582915" h="194812">
                <a:moveTo>
                  <a:pt x="32469" y="0"/>
                </a:moveTo>
                <a:lnTo>
                  <a:pt x="550445" y="0"/>
                </a:lnTo>
                <a:cubicBezTo>
                  <a:pt x="568378" y="0"/>
                  <a:pt x="582915" y="14537"/>
                  <a:pt x="582915" y="32469"/>
                </a:cubicBezTo>
                <a:lnTo>
                  <a:pt x="582915" y="162343"/>
                </a:lnTo>
                <a:cubicBezTo>
                  <a:pt x="582915" y="180275"/>
                  <a:pt x="568378" y="194812"/>
                  <a:pt x="550445" y="194812"/>
                </a:cubicBezTo>
                <a:lnTo>
                  <a:pt x="32469" y="194812"/>
                </a:lnTo>
                <a:cubicBezTo>
                  <a:pt x="14537" y="194812"/>
                  <a:pt x="0" y="180275"/>
                  <a:pt x="0" y="162343"/>
                </a:cubicBezTo>
                <a:lnTo>
                  <a:pt x="0" y="32469"/>
                </a:lnTo>
                <a:cubicBezTo>
                  <a:pt x="0" y="14537"/>
                  <a:pt x="14537" y="0"/>
                  <a:pt x="32469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604570" y="2389700"/>
            <a:ext cx="631618" cy="194812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 algn="ctr">
              <a:lnSpc>
                <a:spcPct val="110000"/>
              </a:lnSpc>
            </a:pPr>
            <a:r>
              <a:rPr lang="en-US" sz="767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Облачная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2487" y="2675426"/>
            <a:ext cx="5292399" cy="324687"/>
          </a:xfrm>
          <a:custGeom>
            <a:avLst/>
            <a:gdLst/>
            <a:ahLst/>
            <a:cxnLst/>
            <a:rect l="l" t="t" r="r" b="b"/>
            <a:pathLst>
              <a:path w="5292399" h="324687">
                <a:moveTo>
                  <a:pt x="32469" y="0"/>
                </a:moveTo>
                <a:lnTo>
                  <a:pt x="5259931" y="0"/>
                </a:lnTo>
                <a:cubicBezTo>
                  <a:pt x="5277863" y="0"/>
                  <a:pt x="5292399" y="14537"/>
                  <a:pt x="5292399" y="32469"/>
                </a:cubicBezTo>
                <a:lnTo>
                  <a:pt x="5292399" y="292218"/>
                </a:lnTo>
                <a:cubicBezTo>
                  <a:pt x="5292399" y="310150"/>
                  <a:pt x="5277863" y="324687"/>
                  <a:pt x="5259931" y="324687"/>
                </a:cubicBezTo>
                <a:lnTo>
                  <a:pt x="32469" y="324687"/>
                </a:lnTo>
                <a:cubicBezTo>
                  <a:pt x="14537" y="324687"/>
                  <a:pt x="0" y="310150"/>
                  <a:pt x="0" y="292218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2C2C2C"/>
          </a:solidFill>
          <a:ln/>
        </p:spPr>
      </p:sp>
      <p:sp>
        <p:nvSpPr>
          <p:cNvPr id="26" name="Text 24"/>
          <p:cNvSpPr/>
          <p:nvPr/>
        </p:nvSpPr>
        <p:spPr>
          <a:xfrm>
            <a:off x="597424" y="2756598"/>
            <a:ext cx="1737076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Сложность UI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917922" y="2746856"/>
            <a:ext cx="520514" cy="194812"/>
          </a:xfrm>
          <a:custGeom>
            <a:avLst/>
            <a:gdLst/>
            <a:ahLst/>
            <a:cxnLst/>
            <a:rect l="l" t="t" r="r" b="b"/>
            <a:pathLst>
              <a:path w="520514" h="194812">
                <a:moveTo>
                  <a:pt x="32469" y="0"/>
                </a:moveTo>
                <a:lnTo>
                  <a:pt x="488045" y="0"/>
                </a:lnTo>
                <a:cubicBezTo>
                  <a:pt x="505977" y="0"/>
                  <a:pt x="520514" y="14537"/>
                  <a:pt x="520514" y="32469"/>
                </a:cubicBezTo>
                <a:lnTo>
                  <a:pt x="520514" y="162343"/>
                </a:lnTo>
                <a:cubicBezTo>
                  <a:pt x="520514" y="180275"/>
                  <a:pt x="505977" y="194812"/>
                  <a:pt x="488045" y="194812"/>
                </a:cubicBezTo>
                <a:lnTo>
                  <a:pt x="32469" y="194812"/>
                </a:lnTo>
                <a:cubicBezTo>
                  <a:pt x="14537" y="194812"/>
                  <a:pt x="0" y="180275"/>
                  <a:pt x="0" y="162343"/>
                </a:cubicBezTo>
                <a:lnTo>
                  <a:pt x="0" y="32469"/>
                </a:lnTo>
                <a:cubicBezTo>
                  <a:pt x="0" y="14537"/>
                  <a:pt x="14537" y="0"/>
                  <a:pt x="32469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893571" y="2746856"/>
            <a:ext cx="569217" cy="194812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 algn="ctr">
              <a:lnSpc>
                <a:spcPct val="110000"/>
              </a:lnSpc>
            </a:pPr>
            <a:r>
              <a:rPr lang="en-US" sz="767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Простой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51041" y="2746856"/>
            <a:ext cx="538676" cy="194812"/>
          </a:xfrm>
          <a:custGeom>
            <a:avLst/>
            <a:gdLst/>
            <a:ahLst/>
            <a:cxnLst/>
            <a:rect l="l" t="t" r="r" b="b"/>
            <a:pathLst>
              <a:path w="538676" h="194812">
                <a:moveTo>
                  <a:pt x="32469" y="0"/>
                </a:moveTo>
                <a:lnTo>
                  <a:pt x="506207" y="0"/>
                </a:lnTo>
                <a:cubicBezTo>
                  <a:pt x="524139" y="0"/>
                  <a:pt x="538676" y="14537"/>
                  <a:pt x="538676" y="32469"/>
                </a:cubicBezTo>
                <a:lnTo>
                  <a:pt x="538676" y="162343"/>
                </a:lnTo>
                <a:cubicBezTo>
                  <a:pt x="538676" y="180275"/>
                  <a:pt x="524139" y="194812"/>
                  <a:pt x="506207" y="194812"/>
                </a:cubicBezTo>
                <a:lnTo>
                  <a:pt x="32469" y="194812"/>
                </a:lnTo>
                <a:cubicBezTo>
                  <a:pt x="14537" y="194812"/>
                  <a:pt x="0" y="180275"/>
                  <a:pt x="0" y="162343"/>
                </a:cubicBezTo>
                <a:lnTo>
                  <a:pt x="0" y="32469"/>
                </a:lnTo>
                <a:cubicBezTo>
                  <a:pt x="0" y="14537"/>
                  <a:pt x="14537" y="0"/>
                  <a:pt x="32469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626689" y="2746856"/>
            <a:ext cx="587379" cy="194812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 algn="ctr">
              <a:lnSpc>
                <a:spcPct val="110000"/>
              </a:lnSpc>
            </a:pPr>
            <a:r>
              <a:rPr lang="en-US" sz="767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Средний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2487" y="3032582"/>
            <a:ext cx="5292399" cy="324687"/>
          </a:xfrm>
          <a:custGeom>
            <a:avLst/>
            <a:gdLst/>
            <a:ahLst/>
            <a:cxnLst/>
            <a:rect l="l" t="t" r="r" b="b"/>
            <a:pathLst>
              <a:path w="5292399" h="324687">
                <a:moveTo>
                  <a:pt x="32469" y="0"/>
                </a:moveTo>
                <a:lnTo>
                  <a:pt x="5259931" y="0"/>
                </a:lnTo>
                <a:cubicBezTo>
                  <a:pt x="5277863" y="0"/>
                  <a:pt x="5292399" y="14537"/>
                  <a:pt x="5292399" y="32469"/>
                </a:cubicBezTo>
                <a:lnTo>
                  <a:pt x="5292399" y="292218"/>
                </a:lnTo>
                <a:cubicBezTo>
                  <a:pt x="5292399" y="310150"/>
                  <a:pt x="5277863" y="324687"/>
                  <a:pt x="5259931" y="324687"/>
                </a:cubicBezTo>
                <a:lnTo>
                  <a:pt x="32469" y="324687"/>
                </a:lnTo>
                <a:cubicBezTo>
                  <a:pt x="14537" y="324687"/>
                  <a:pt x="0" y="310150"/>
                  <a:pt x="0" y="292218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2C2C2C"/>
          </a:solidFill>
          <a:ln/>
        </p:spPr>
      </p:sp>
      <p:sp>
        <p:nvSpPr>
          <p:cNvPr id="32" name="Text 30"/>
          <p:cNvSpPr/>
          <p:nvPr/>
        </p:nvSpPr>
        <p:spPr>
          <a:xfrm>
            <a:off x="597424" y="3113754"/>
            <a:ext cx="1737076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Кроссплатформенность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827416" y="3104012"/>
            <a:ext cx="701628" cy="194812"/>
          </a:xfrm>
          <a:custGeom>
            <a:avLst/>
            <a:gdLst/>
            <a:ahLst/>
            <a:cxnLst/>
            <a:rect l="l" t="t" r="r" b="b"/>
            <a:pathLst>
              <a:path w="701628" h="194812">
                <a:moveTo>
                  <a:pt x="32469" y="0"/>
                </a:moveTo>
                <a:lnTo>
                  <a:pt x="669159" y="0"/>
                </a:lnTo>
                <a:cubicBezTo>
                  <a:pt x="687091" y="0"/>
                  <a:pt x="701628" y="14537"/>
                  <a:pt x="701628" y="32469"/>
                </a:cubicBezTo>
                <a:lnTo>
                  <a:pt x="701628" y="162343"/>
                </a:lnTo>
                <a:cubicBezTo>
                  <a:pt x="701628" y="180275"/>
                  <a:pt x="687091" y="194812"/>
                  <a:pt x="669159" y="194812"/>
                </a:cubicBezTo>
                <a:lnTo>
                  <a:pt x="32469" y="194812"/>
                </a:lnTo>
                <a:cubicBezTo>
                  <a:pt x="14537" y="194812"/>
                  <a:pt x="0" y="180275"/>
                  <a:pt x="0" y="162343"/>
                </a:cubicBezTo>
                <a:lnTo>
                  <a:pt x="0" y="32469"/>
                </a:lnTo>
                <a:cubicBezTo>
                  <a:pt x="0" y="14537"/>
                  <a:pt x="14537" y="0"/>
                  <a:pt x="32469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803064" y="3104012"/>
            <a:ext cx="750332" cy="194812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 algn="ctr">
              <a:lnSpc>
                <a:spcPct val="110000"/>
              </a:lnSpc>
            </a:pPr>
            <a:r>
              <a:rPr lang="en-US" sz="767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Win/Mac/Lin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83263" y="3104012"/>
            <a:ext cx="674233" cy="194812"/>
          </a:xfrm>
          <a:custGeom>
            <a:avLst/>
            <a:gdLst/>
            <a:ahLst/>
            <a:cxnLst/>
            <a:rect l="l" t="t" r="r" b="b"/>
            <a:pathLst>
              <a:path w="674233" h="194812">
                <a:moveTo>
                  <a:pt x="32469" y="0"/>
                </a:moveTo>
                <a:lnTo>
                  <a:pt x="641764" y="0"/>
                </a:lnTo>
                <a:cubicBezTo>
                  <a:pt x="659696" y="0"/>
                  <a:pt x="674233" y="14537"/>
                  <a:pt x="674233" y="32469"/>
                </a:cubicBezTo>
                <a:lnTo>
                  <a:pt x="674233" y="162343"/>
                </a:lnTo>
                <a:cubicBezTo>
                  <a:pt x="674233" y="180275"/>
                  <a:pt x="659696" y="194812"/>
                  <a:pt x="641764" y="194812"/>
                </a:cubicBezTo>
                <a:lnTo>
                  <a:pt x="32469" y="194812"/>
                </a:lnTo>
                <a:cubicBezTo>
                  <a:pt x="14537" y="194812"/>
                  <a:pt x="0" y="180275"/>
                  <a:pt x="0" y="162343"/>
                </a:cubicBezTo>
                <a:lnTo>
                  <a:pt x="0" y="32469"/>
                </a:lnTo>
                <a:cubicBezTo>
                  <a:pt x="0" y="14537"/>
                  <a:pt x="14537" y="0"/>
                  <a:pt x="32469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58911" y="3104012"/>
            <a:ext cx="722936" cy="194812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 algn="ctr">
              <a:lnSpc>
                <a:spcPct val="110000"/>
              </a:lnSpc>
            </a:pPr>
            <a:r>
              <a:rPr lang="en-US" sz="767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Мобильные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2487" y="3389738"/>
            <a:ext cx="5292399" cy="324687"/>
          </a:xfrm>
          <a:custGeom>
            <a:avLst/>
            <a:gdLst/>
            <a:ahLst/>
            <a:cxnLst/>
            <a:rect l="l" t="t" r="r" b="b"/>
            <a:pathLst>
              <a:path w="5292399" h="324687">
                <a:moveTo>
                  <a:pt x="32469" y="0"/>
                </a:moveTo>
                <a:lnTo>
                  <a:pt x="5259931" y="0"/>
                </a:lnTo>
                <a:cubicBezTo>
                  <a:pt x="5277863" y="0"/>
                  <a:pt x="5292399" y="14537"/>
                  <a:pt x="5292399" y="32469"/>
                </a:cubicBezTo>
                <a:lnTo>
                  <a:pt x="5292399" y="292218"/>
                </a:lnTo>
                <a:cubicBezTo>
                  <a:pt x="5292399" y="310150"/>
                  <a:pt x="5277863" y="324687"/>
                  <a:pt x="5259931" y="324687"/>
                </a:cubicBezTo>
                <a:lnTo>
                  <a:pt x="32469" y="324687"/>
                </a:lnTo>
                <a:cubicBezTo>
                  <a:pt x="14537" y="324687"/>
                  <a:pt x="0" y="310150"/>
                  <a:pt x="0" y="292218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2C2C2C"/>
          </a:solidFill>
          <a:ln/>
        </p:spPr>
      </p:sp>
      <p:sp>
        <p:nvSpPr>
          <p:cNvPr id="38" name="Text 36"/>
          <p:cNvSpPr/>
          <p:nvPr/>
        </p:nvSpPr>
        <p:spPr>
          <a:xfrm>
            <a:off x="597424" y="3470910"/>
            <a:ext cx="1737076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Стоимость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867291" y="3461167"/>
            <a:ext cx="621776" cy="194812"/>
          </a:xfrm>
          <a:custGeom>
            <a:avLst/>
            <a:gdLst/>
            <a:ahLst/>
            <a:cxnLst/>
            <a:rect l="l" t="t" r="r" b="b"/>
            <a:pathLst>
              <a:path w="621776" h="194812">
                <a:moveTo>
                  <a:pt x="32469" y="0"/>
                </a:moveTo>
                <a:lnTo>
                  <a:pt x="589306" y="0"/>
                </a:lnTo>
                <a:cubicBezTo>
                  <a:pt x="607239" y="0"/>
                  <a:pt x="621776" y="14537"/>
                  <a:pt x="621776" y="32469"/>
                </a:cubicBezTo>
                <a:lnTo>
                  <a:pt x="621776" y="162343"/>
                </a:lnTo>
                <a:cubicBezTo>
                  <a:pt x="621776" y="180275"/>
                  <a:pt x="607239" y="194812"/>
                  <a:pt x="589306" y="194812"/>
                </a:cubicBezTo>
                <a:lnTo>
                  <a:pt x="32469" y="194812"/>
                </a:lnTo>
                <a:cubicBezTo>
                  <a:pt x="14537" y="194812"/>
                  <a:pt x="0" y="180275"/>
                  <a:pt x="0" y="162343"/>
                </a:cubicBezTo>
                <a:lnTo>
                  <a:pt x="0" y="32469"/>
                </a:lnTo>
                <a:cubicBezTo>
                  <a:pt x="0" y="14537"/>
                  <a:pt x="14537" y="0"/>
                  <a:pt x="32469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2842940" y="3461167"/>
            <a:ext cx="670479" cy="194812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 algn="ctr">
              <a:lnSpc>
                <a:spcPct val="110000"/>
              </a:lnSpc>
            </a:pPr>
            <a:r>
              <a:rPr lang="en-US" sz="767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Бесплатно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629429" y="3461167"/>
            <a:ext cx="581900" cy="194812"/>
          </a:xfrm>
          <a:custGeom>
            <a:avLst/>
            <a:gdLst/>
            <a:ahLst/>
            <a:cxnLst/>
            <a:rect l="l" t="t" r="r" b="b"/>
            <a:pathLst>
              <a:path w="581900" h="194812">
                <a:moveTo>
                  <a:pt x="32469" y="0"/>
                </a:moveTo>
                <a:lnTo>
                  <a:pt x="549431" y="0"/>
                </a:lnTo>
                <a:cubicBezTo>
                  <a:pt x="567363" y="0"/>
                  <a:pt x="581900" y="14537"/>
                  <a:pt x="581900" y="32469"/>
                </a:cubicBezTo>
                <a:lnTo>
                  <a:pt x="581900" y="162343"/>
                </a:lnTo>
                <a:cubicBezTo>
                  <a:pt x="581900" y="180275"/>
                  <a:pt x="567363" y="194812"/>
                  <a:pt x="549431" y="194812"/>
                </a:cubicBezTo>
                <a:lnTo>
                  <a:pt x="32469" y="194812"/>
                </a:lnTo>
                <a:cubicBezTo>
                  <a:pt x="14537" y="194812"/>
                  <a:pt x="0" y="180275"/>
                  <a:pt x="0" y="162343"/>
                </a:cubicBezTo>
                <a:lnTo>
                  <a:pt x="0" y="32469"/>
                </a:lnTo>
                <a:cubicBezTo>
                  <a:pt x="0" y="14537"/>
                  <a:pt x="14537" y="0"/>
                  <a:pt x="32469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605078" y="3461167"/>
            <a:ext cx="630603" cy="194812"/>
          </a:xfrm>
          <a:prstGeom prst="rect">
            <a:avLst/>
          </a:prstGeom>
          <a:noFill/>
          <a:ln/>
        </p:spPr>
        <p:txBody>
          <a:bodyPr wrap="square" lIns="64937" tIns="32469" rIns="64937" bIns="32469" rtlCol="0" anchor="ctr"/>
          <a:lstStyle/>
          <a:p>
            <a:pPr algn="ctr">
              <a:lnSpc>
                <a:spcPct val="110000"/>
              </a:lnSpc>
            </a:pPr>
            <a:r>
              <a:rPr lang="en-US" sz="767" dirty="0">
                <a:solidFill>
                  <a:srgbClr val="ECB3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Freemium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27934" y="4015239"/>
            <a:ext cx="5704752" cy="2705784"/>
          </a:xfrm>
          <a:custGeom>
            <a:avLst/>
            <a:gdLst/>
            <a:ahLst/>
            <a:cxnLst/>
            <a:rect l="l" t="t" r="r" b="b"/>
            <a:pathLst>
              <a:path w="5704752" h="2798803">
                <a:moveTo>
                  <a:pt x="97398" y="0"/>
                </a:moveTo>
                <a:lnTo>
                  <a:pt x="5607354" y="0"/>
                </a:lnTo>
                <a:cubicBezTo>
                  <a:pt x="5661145" y="0"/>
                  <a:pt x="5704752" y="43607"/>
                  <a:pt x="5704752" y="97398"/>
                </a:cubicBezTo>
                <a:lnTo>
                  <a:pt x="5704752" y="2701404"/>
                </a:lnTo>
                <a:cubicBezTo>
                  <a:pt x="5704752" y="2755196"/>
                  <a:pt x="5661145" y="2798803"/>
                  <a:pt x="5607354" y="2798803"/>
                </a:cubicBezTo>
                <a:lnTo>
                  <a:pt x="97398" y="2798803"/>
                </a:lnTo>
                <a:cubicBezTo>
                  <a:pt x="43607" y="2798803"/>
                  <a:pt x="0" y="2755196"/>
                  <a:pt x="0" y="2701404"/>
                </a:cubicBezTo>
                <a:lnTo>
                  <a:pt x="0" y="97398"/>
                </a:lnTo>
                <a:cubicBezTo>
                  <a:pt x="0" y="43607"/>
                  <a:pt x="43607" y="0"/>
                  <a:pt x="97398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056" y="4148358"/>
            <a:ext cx="389625" cy="389625"/>
          </a:xfrm>
          <a:custGeom>
            <a:avLst/>
            <a:gdLst/>
            <a:ahLst/>
            <a:cxnLst/>
            <a:rect l="l" t="t" r="r" b="b"/>
            <a:pathLst>
              <a:path w="389625" h="389625">
                <a:moveTo>
                  <a:pt x="64939" y="0"/>
                </a:moveTo>
                <a:lnTo>
                  <a:pt x="324686" y="0"/>
                </a:lnTo>
                <a:cubicBezTo>
                  <a:pt x="360550" y="0"/>
                  <a:pt x="389625" y="29074"/>
                  <a:pt x="389625" y="64939"/>
                </a:cubicBezTo>
                <a:lnTo>
                  <a:pt x="389625" y="324686"/>
                </a:lnTo>
                <a:cubicBezTo>
                  <a:pt x="389625" y="360550"/>
                  <a:pt x="360550" y="389625"/>
                  <a:pt x="324686" y="389625"/>
                </a:cubicBezTo>
                <a:lnTo>
                  <a:pt x="64939" y="389625"/>
                </a:lnTo>
                <a:cubicBezTo>
                  <a:pt x="29074" y="389625"/>
                  <a:pt x="0" y="360550"/>
                  <a:pt x="0" y="324686"/>
                </a:cubicBezTo>
                <a:lnTo>
                  <a:pt x="0" y="64939"/>
                </a:lnTo>
                <a:cubicBezTo>
                  <a:pt x="0" y="29074"/>
                  <a:pt x="29074" y="0"/>
                  <a:pt x="64939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58462" y="4245765"/>
            <a:ext cx="194812" cy="194812"/>
          </a:xfrm>
          <a:custGeom>
            <a:avLst/>
            <a:gdLst/>
            <a:ahLst/>
            <a:cxnLst/>
            <a:rect l="l" t="t" r="r" b="b"/>
            <a:pathLst>
              <a:path w="194812" h="194812">
                <a:moveTo>
                  <a:pt x="97406" y="194812"/>
                </a:moveTo>
                <a:cubicBezTo>
                  <a:pt x="151166" y="194812"/>
                  <a:pt x="194812" y="151166"/>
                  <a:pt x="194812" y="97406"/>
                </a:cubicBezTo>
                <a:cubicBezTo>
                  <a:pt x="194812" y="43646"/>
                  <a:pt x="151166" y="0"/>
                  <a:pt x="97406" y="0"/>
                </a:cubicBezTo>
                <a:cubicBezTo>
                  <a:pt x="43646" y="0"/>
                  <a:pt x="0" y="43646"/>
                  <a:pt x="0" y="97406"/>
                </a:cubicBezTo>
                <a:cubicBezTo>
                  <a:pt x="0" y="151166"/>
                  <a:pt x="43646" y="194812"/>
                  <a:pt x="97406" y="194812"/>
                </a:cubicBezTo>
                <a:close/>
                <a:moveTo>
                  <a:pt x="88274" y="130889"/>
                </a:moveTo>
                <a:lnTo>
                  <a:pt x="88274" y="106538"/>
                </a:lnTo>
                <a:lnTo>
                  <a:pt x="63923" y="106538"/>
                </a:lnTo>
                <a:cubicBezTo>
                  <a:pt x="58862" y="106538"/>
                  <a:pt x="54791" y="102467"/>
                  <a:pt x="54791" y="97406"/>
                </a:cubicBezTo>
                <a:cubicBezTo>
                  <a:pt x="54791" y="92346"/>
                  <a:pt x="58862" y="88274"/>
                  <a:pt x="63923" y="88274"/>
                </a:cubicBezTo>
                <a:lnTo>
                  <a:pt x="88274" y="88274"/>
                </a:lnTo>
                <a:lnTo>
                  <a:pt x="88274" y="63923"/>
                </a:lnTo>
                <a:cubicBezTo>
                  <a:pt x="88274" y="58862"/>
                  <a:pt x="92346" y="54791"/>
                  <a:pt x="97406" y="54791"/>
                </a:cubicBezTo>
                <a:cubicBezTo>
                  <a:pt x="102467" y="54791"/>
                  <a:pt x="106538" y="58862"/>
                  <a:pt x="106538" y="63923"/>
                </a:cubicBezTo>
                <a:lnTo>
                  <a:pt x="106538" y="88274"/>
                </a:lnTo>
                <a:lnTo>
                  <a:pt x="130889" y="88274"/>
                </a:lnTo>
                <a:cubicBezTo>
                  <a:pt x="135950" y="88274"/>
                  <a:pt x="140021" y="92346"/>
                  <a:pt x="140021" y="97406"/>
                </a:cubicBezTo>
                <a:cubicBezTo>
                  <a:pt x="140021" y="102467"/>
                  <a:pt x="135950" y="106538"/>
                  <a:pt x="130889" y="106538"/>
                </a:cubicBezTo>
                <a:lnTo>
                  <a:pt x="106538" y="106538"/>
                </a:lnTo>
                <a:lnTo>
                  <a:pt x="106538" y="130889"/>
                </a:lnTo>
                <a:cubicBezTo>
                  <a:pt x="106538" y="135950"/>
                  <a:pt x="102467" y="140021"/>
                  <a:pt x="97406" y="140021"/>
                </a:cubicBezTo>
                <a:cubicBezTo>
                  <a:pt x="92346" y="140021"/>
                  <a:pt x="88274" y="135950"/>
                  <a:pt x="88274" y="13088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6" name="Text 44"/>
          <p:cNvSpPr/>
          <p:nvPr/>
        </p:nvSpPr>
        <p:spPr>
          <a:xfrm>
            <a:off x="948086" y="4229530"/>
            <a:ext cx="1071467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8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Достоинства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77290" y="4667858"/>
            <a:ext cx="129875" cy="129875"/>
          </a:xfrm>
          <a:custGeom>
            <a:avLst/>
            <a:gdLst/>
            <a:ahLst/>
            <a:cxnLst/>
            <a:rect l="l" t="t" r="r" b="b"/>
            <a:pathLst>
              <a:path w="129875" h="129875">
                <a:moveTo>
                  <a:pt x="64937" y="129875"/>
                </a:moveTo>
                <a:cubicBezTo>
                  <a:pt x="100777" y="129875"/>
                  <a:pt x="129875" y="100777"/>
                  <a:pt x="129875" y="64937"/>
                </a:cubicBezTo>
                <a:cubicBezTo>
                  <a:pt x="129875" y="29097"/>
                  <a:pt x="100777" y="0"/>
                  <a:pt x="64937" y="0"/>
                </a:cubicBezTo>
                <a:cubicBezTo>
                  <a:pt x="29097" y="0"/>
                  <a:pt x="0" y="29097"/>
                  <a:pt x="0" y="64937"/>
                </a:cubicBezTo>
                <a:cubicBezTo>
                  <a:pt x="0" y="100777"/>
                  <a:pt x="29097" y="129875"/>
                  <a:pt x="64937" y="129875"/>
                </a:cubicBezTo>
                <a:close/>
                <a:moveTo>
                  <a:pt x="86346" y="53954"/>
                </a:moveTo>
                <a:lnTo>
                  <a:pt x="66054" y="86423"/>
                </a:lnTo>
                <a:cubicBezTo>
                  <a:pt x="64988" y="88122"/>
                  <a:pt x="63162" y="89187"/>
                  <a:pt x="61158" y="89289"/>
                </a:cubicBezTo>
                <a:cubicBezTo>
                  <a:pt x="59154" y="89390"/>
                  <a:pt x="57226" y="88477"/>
                  <a:pt x="56034" y="86854"/>
                </a:cubicBezTo>
                <a:lnTo>
                  <a:pt x="43858" y="70619"/>
                </a:lnTo>
                <a:cubicBezTo>
                  <a:pt x="41829" y="67931"/>
                  <a:pt x="42387" y="64126"/>
                  <a:pt x="45076" y="62096"/>
                </a:cubicBezTo>
                <a:cubicBezTo>
                  <a:pt x="47765" y="60067"/>
                  <a:pt x="51569" y="60625"/>
                  <a:pt x="53599" y="63314"/>
                </a:cubicBezTo>
                <a:lnTo>
                  <a:pt x="60448" y="72446"/>
                </a:lnTo>
                <a:lnTo>
                  <a:pt x="76022" y="47511"/>
                </a:lnTo>
                <a:cubicBezTo>
                  <a:pt x="77798" y="44670"/>
                  <a:pt x="81552" y="43782"/>
                  <a:pt x="84419" y="45583"/>
                </a:cubicBezTo>
                <a:cubicBezTo>
                  <a:pt x="87285" y="47384"/>
                  <a:pt x="88147" y="51113"/>
                  <a:pt x="86346" y="5397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48" name="Text 46"/>
          <p:cNvSpPr/>
          <p:nvPr/>
        </p:nvSpPr>
        <p:spPr>
          <a:xfrm>
            <a:off x="688337" y="4635389"/>
            <a:ext cx="2922184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Полная автономность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8337" y="4830201"/>
            <a:ext cx="2914067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Работа без интернета, данные только на устройстве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77290" y="5089951"/>
            <a:ext cx="129875" cy="129875"/>
          </a:xfrm>
          <a:custGeom>
            <a:avLst/>
            <a:gdLst/>
            <a:ahLst/>
            <a:cxnLst/>
            <a:rect l="l" t="t" r="r" b="b"/>
            <a:pathLst>
              <a:path w="129875" h="129875">
                <a:moveTo>
                  <a:pt x="64937" y="129875"/>
                </a:moveTo>
                <a:cubicBezTo>
                  <a:pt x="100777" y="129875"/>
                  <a:pt x="129875" y="100777"/>
                  <a:pt x="129875" y="64937"/>
                </a:cubicBezTo>
                <a:cubicBezTo>
                  <a:pt x="129875" y="29097"/>
                  <a:pt x="100777" y="0"/>
                  <a:pt x="64937" y="0"/>
                </a:cubicBezTo>
                <a:cubicBezTo>
                  <a:pt x="29097" y="0"/>
                  <a:pt x="0" y="29097"/>
                  <a:pt x="0" y="64937"/>
                </a:cubicBezTo>
                <a:cubicBezTo>
                  <a:pt x="0" y="100777"/>
                  <a:pt x="29097" y="129875"/>
                  <a:pt x="64937" y="129875"/>
                </a:cubicBezTo>
                <a:close/>
                <a:moveTo>
                  <a:pt x="86346" y="53954"/>
                </a:moveTo>
                <a:lnTo>
                  <a:pt x="66054" y="86423"/>
                </a:lnTo>
                <a:cubicBezTo>
                  <a:pt x="64988" y="88122"/>
                  <a:pt x="63162" y="89187"/>
                  <a:pt x="61158" y="89289"/>
                </a:cubicBezTo>
                <a:cubicBezTo>
                  <a:pt x="59154" y="89390"/>
                  <a:pt x="57226" y="88477"/>
                  <a:pt x="56034" y="86854"/>
                </a:cubicBezTo>
                <a:lnTo>
                  <a:pt x="43858" y="70619"/>
                </a:lnTo>
                <a:cubicBezTo>
                  <a:pt x="41829" y="67931"/>
                  <a:pt x="42387" y="64126"/>
                  <a:pt x="45076" y="62096"/>
                </a:cubicBezTo>
                <a:cubicBezTo>
                  <a:pt x="47765" y="60067"/>
                  <a:pt x="51569" y="60625"/>
                  <a:pt x="53599" y="63314"/>
                </a:cubicBezTo>
                <a:lnTo>
                  <a:pt x="60448" y="72446"/>
                </a:lnTo>
                <a:lnTo>
                  <a:pt x="76022" y="47511"/>
                </a:lnTo>
                <a:cubicBezTo>
                  <a:pt x="77798" y="44670"/>
                  <a:pt x="81552" y="43782"/>
                  <a:pt x="84419" y="45583"/>
                </a:cubicBezTo>
                <a:cubicBezTo>
                  <a:pt x="87285" y="47384"/>
                  <a:pt x="88147" y="51113"/>
                  <a:pt x="86346" y="5397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1" name="Text 49"/>
          <p:cNvSpPr/>
          <p:nvPr/>
        </p:nvSpPr>
        <p:spPr>
          <a:xfrm>
            <a:off x="688337" y="5057482"/>
            <a:ext cx="2776075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Конфиденциальность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8337" y="5252294"/>
            <a:ext cx="2767957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Локальное хранение, никаких облачных сервисов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77290" y="5512044"/>
            <a:ext cx="129875" cy="129875"/>
          </a:xfrm>
          <a:custGeom>
            <a:avLst/>
            <a:gdLst/>
            <a:ahLst/>
            <a:cxnLst/>
            <a:rect l="l" t="t" r="r" b="b"/>
            <a:pathLst>
              <a:path w="129875" h="129875">
                <a:moveTo>
                  <a:pt x="64937" y="129875"/>
                </a:moveTo>
                <a:cubicBezTo>
                  <a:pt x="100777" y="129875"/>
                  <a:pt x="129875" y="100777"/>
                  <a:pt x="129875" y="64937"/>
                </a:cubicBezTo>
                <a:cubicBezTo>
                  <a:pt x="129875" y="29097"/>
                  <a:pt x="100777" y="0"/>
                  <a:pt x="64937" y="0"/>
                </a:cubicBezTo>
                <a:cubicBezTo>
                  <a:pt x="29097" y="0"/>
                  <a:pt x="0" y="29097"/>
                  <a:pt x="0" y="64937"/>
                </a:cubicBezTo>
                <a:cubicBezTo>
                  <a:pt x="0" y="100777"/>
                  <a:pt x="29097" y="129875"/>
                  <a:pt x="64937" y="129875"/>
                </a:cubicBezTo>
                <a:close/>
                <a:moveTo>
                  <a:pt x="86346" y="53954"/>
                </a:moveTo>
                <a:lnTo>
                  <a:pt x="66054" y="86423"/>
                </a:lnTo>
                <a:cubicBezTo>
                  <a:pt x="64988" y="88122"/>
                  <a:pt x="63162" y="89187"/>
                  <a:pt x="61158" y="89289"/>
                </a:cubicBezTo>
                <a:cubicBezTo>
                  <a:pt x="59154" y="89390"/>
                  <a:pt x="57226" y="88477"/>
                  <a:pt x="56034" y="86854"/>
                </a:cubicBezTo>
                <a:lnTo>
                  <a:pt x="43858" y="70619"/>
                </a:lnTo>
                <a:cubicBezTo>
                  <a:pt x="41829" y="67931"/>
                  <a:pt x="42387" y="64126"/>
                  <a:pt x="45076" y="62096"/>
                </a:cubicBezTo>
                <a:cubicBezTo>
                  <a:pt x="47765" y="60067"/>
                  <a:pt x="51569" y="60625"/>
                  <a:pt x="53599" y="63314"/>
                </a:cubicBezTo>
                <a:lnTo>
                  <a:pt x="60448" y="72446"/>
                </a:lnTo>
                <a:lnTo>
                  <a:pt x="76022" y="47511"/>
                </a:lnTo>
                <a:cubicBezTo>
                  <a:pt x="77798" y="44670"/>
                  <a:pt x="81552" y="43782"/>
                  <a:pt x="84419" y="45583"/>
                </a:cubicBezTo>
                <a:cubicBezTo>
                  <a:pt x="87285" y="47384"/>
                  <a:pt x="88147" y="51113"/>
                  <a:pt x="86346" y="5397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4" name="Text 52"/>
          <p:cNvSpPr/>
          <p:nvPr/>
        </p:nvSpPr>
        <p:spPr>
          <a:xfrm>
            <a:off x="688337" y="5479575"/>
            <a:ext cx="2565028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Простота использования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8337" y="5674388"/>
            <a:ext cx="2556911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Интуитивный интерфейс без лишних функций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77290" y="5934137"/>
            <a:ext cx="129875" cy="129875"/>
          </a:xfrm>
          <a:custGeom>
            <a:avLst/>
            <a:gdLst/>
            <a:ahLst/>
            <a:cxnLst/>
            <a:rect l="l" t="t" r="r" b="b"/>
            <a:pathLst>
              <a:path w="129875" h="129875">
                <a:moveTo>
                  <a:pt x="64937" y="129875"/>
                </a:moveTo>
                <a:cubicBezTo>
                  <a:pt x="100777" y="129875"/>
                  <a:pt x="129875" y="100777"/>
                  <a:pt x="129875" y="64937"/>
                </a:cubicBezTo>
                <a:cubicBezTo>
                  <a:pt x="129875" y="29097"/>
                  <a:pt x="100777" y="0"/>
                  <a:pt x="64937" y="0"/>
                </a:cubicBezTo>
                <a:cubicBezTo>
                  <a:pt x="29097" y="0"/>
                  <a:pt x="0" y="29097"/>
                  <a:pt x="0" y="64937"/>
                </a:cubicBezTo>
                <a:cubicBezTo>
                  <a:pt x="0" y="100777"/>
                  <a:pt x="29097" y="129875"/>
                  <a:pt x="64937" y="129875"/>
                </a:cubicBezTo>
                <a:close/>
                <a:moveTo>
                  <a:pt x="86346" y="53954"/>
                </a:moveTo>
                <a:lnTo>
                  <a:pt x="66054" y="86423"/>
                </a:lnTo>
                <a:cubicBezTo>
                  <a:pt x="64988" y="88122"/>
                  <a:pt x="63162" y="89187"/>
                  <a:pt x="61158" y="89289"/>
                </a:cubicBezTo>
                <a:cubicBezTo>
                  <a:pt x="59154" y="89390"/>
                  <a:pt x="57226" y="88477"/>
                  <a:pt x="56034" y="86854"/>
                </a:cubicBezTo>
                <a:lnTo>
                  <a:pt x="43858" y="70619"/>
                </a:lnTo>
                <a:cubicBezTo>
                  <a:pt x="41829" y="67931"/>
                  <a:pt x="42387" y="64126"/>
                  <a:pt x="45076" y="62096"/>
                </a:cubicBezTo>
                <a:cubicBezTo>
                  <a:pt x="47765" y="60067"/>
                  <a:pt x="51569" y="60625"/>
                  <a:pt x="53599" y="63314"/>
                </a:cubicBezTo>
                <a:lnTo>
                  <a:pt x="60448" y="72446"/>
                </a:lnTo>
                <a:lnTo>
                  <a:pt x="76022" y="47511"/>
                </a:lnTo>
                <a:cubicBezTo>
                  <a:pt x="77798" y="44670"/>
                  <a:pt x="81552" y="43782"/>
                  <a:pt x="84419" y="45583"/>
                </a:cubicBezTo>
                <a:cubicBezTo>
                  <a:pt x="87285" y="47384"/>
                  <a:pt x="88147" y="51113"/>
                  <a:pt x="86346" y="5397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57" name="Text 55"/>
          <p:cNvSpPr/>
          <p:nvPr/>
        </p:nvSpPr>
        <p:spPr>
          <a:xfrm>
            <a:off x="688337" y="5901669"/>
            <a:ext cx="1956240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Кроссплатформенность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8337" y="6096481"/>
            <a:ext cx="1948123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Работа на Windows, macOS и Linux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77290" y="6356231"/>
            <a:ext cx="129875" cy="129875"/>
          </a:xfrm>
          <a:custGeom>
            <a:avLst/>
            <a:gdLst/>
            <a:ahLst/>
            <a:cxnLst/>
            <a:rect l="l" t="t" r="r" b="b"/>
            <a:pathLst>
              <a:path w="129875" h="129875">
                <a:moveTo>
                  <a:pt x="64937" y="129875"/>
                </a:moveTo>
                <a:cubicBezTo>
                  <a:pt x="100777" y="129875"/>
                  <a:pt x="129875" y="100777"/>
                  <a:pt x="129875" y="64937"/>
                </a:cubicBezTo>
                <a:cubicBezTo>
                  <a:pt x="129875" y="29097"/>
                  <a:pt x="100777" y="0"/>
                  <a:pt x="64937" y="0"/>
                </a:cubicBezTo>
                <a:cubicBezTo>
                  <a:pt x="29097" y="0"/>
                  <a:pt x="0" y="29097"/>
                  <a:pt x="0" y="64937"/>
                </a:cubicBezTo>
                <a:cubicBezTo>
                  <a:pt x="0" y="100777"/>
                  <a:pt x="29097" y="129875"/>
                  <a:pt x="64937" y="129875"/>
                </a:cubicBezTo>
                <a:close/>
                <a:moveTo>
                  <a:pt x="86346" y="53954"/>
                </a:moveTo>
                <a:lnTo>
                  <a:pt x="66054" y="86423"/>
                </a:lnTo>
                <a:cubicBezTo>
                  <a:pt x="64988" y="88122"/>
                  <a:pt x="63162" y="89187"/>
                  <a:pt x="61158" y="89289"/>
                </a:cubicBezTo>
                <a:cubicBezTo>
                  <a:pt x="59154" y="89390"/>
                  <a:pt x="57226" y="88477"/>
                  <a:pt x="56034" y="86854"/>
                </a:cubicBezTo>
                <a:lnTo>
                  <a:pt x="43858" y="70619"/>
                </a:lnTo>
                <a:cubicBezTo>
                  <a:pt x="41829" y="67931"/>
                  <a:pt x="42387" y="64126"/>
                  <a:pt x="45076" y="62096"/>
                </a:cubicBezTo>
                <a:cubicBezTo>
                  <a:pt x="47765" y="60067"/>
                  <a:pt x="51569" y="60625"/>
                  <a:pt x="53599" y="63314"/>
                </a:cubicBezTo>
                <a:lnTo>
                  <a:pt x="60448" y="72446"/>
                </a:lnTo>
                <a:lnTo>
                  <a:pt x="76022" y="47511"/>
                </a:lnTo>
                <a:cubicBezTo>
                  <a:pt x="77798" y="44670"/>
                  <a:pt x="81552" y="43782"/>
                  <a:pt x="84419" y="45583"/>
                </a:cubicBezTo>
                <a:cubicBezTo>
                  <a:pt x="87285" y="47384"/>
                  <a:pt x="88147" y="51113"/>
                  <a:pt x="86346" y="53979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60" name="Text 58"/>
          <p:cNvSpPr/>
          <p:nvPr/>
        </p:nvSpPr>
        <p:spPr>
          <a:xfrm>
            <a:off x="688337" y="6323762"/>
            <a:ext cx="2199755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Открытый исходный код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8337" y="6518574"/>
            <a:ext cx="2191638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Возможность изучения и модификации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64996" y="1042246"/>
            <a:ext cx="5704752" cy="3146217"/>
          </a:xfrm>
          <a:custGeom>
            <a:avLst/>
            <a:gdLst/>
            <a:ahLst/>
            <a:cxnLst/>
            <a:rect l="l" t="t" r="r" b="b"/>
            <a:pathLst>
              <a:path w="5704752" h="4097551">
                <a:moveTo>
                  <a:pt x="97399" y="0"/>
                </a:moveTo>
                <a:lnTo>
                  <a:pt x="5607353" y="0"/>
                </a:lnTo>
                <a:cubicBezTo>
                  <a:pt x="5661145" y="0"/>
                  <a:pt x="5704752" y="43607"/>
                  <a:pt x="5704752" y="97399"/>
                </a:cubicBezTo>
                <a:lnTo>
                  <a:pt x="5704752" y="4000152"/>
                </a:lnTo>
                <a:cubicBezTo>
                  <a:pt x="5704752" y="4053944"/>
                  <a:pt x="5661145" y="4097551"/>
                  <a:pt x="5607353" y="4097551"/>
                </a:cubicBezTo>
                <a:lnTo>
                  <a:pt x="97399" y="4097551"/>
                </a:lnTo>
                <a:cubicBezTo>
                  <a:pt x="43607" y="4097551"/>
                  <a:pt x="0" y="4053944"/>
                  <a:pt x="0" y="4000152"/>
                </a:cubicBezTo>
                <a:lnTo>
                  <a:pt x="0" y="97399"/>
                </a:lnTo>
                <a:cubicBezTo>
                  <a:pt x="0" y="43643"/>
                  <a:pt x="43643" y="0"/>
                  <a:pt x="97399" y="0"/>
                </a:cubicBezTo>
                <a:close/>
              </a:path>
            </a:pathLst>
          </a:cu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98118" y="1175366"/>
            <a:ext cx="389625" cy="389625"/>
          </a:xfrm>
          <a:custGeom>
            <a:avLst/>
            <a:gdLst/>
            <a:ahLst/>
            <a:cxnLst/>
            <a:rect l="l" t="t" r="r" b="b"/>
            <a:pathLst>
              <a:path w="389625" h="389625">
                <a:moveTo>
                  <a:pt x="64939" y="0"/>
                </a:moveTo>
                <a:lnTo>
                  <a:pt x="324686" y="0"/>
                </a:lnTo>
                <a:cubicBezTo>
                  <a:pt x="360550" y="0"/>
                  <a:pt x="389625" y="29074"/>
                  <a:pt x="389625" y="64939"/>
                </a:cubicBezTo>
                <a:lnTo>
                  <a:pt x="389625" y="324686"/>
                </a:lnTo>
                <a:cubicBezTo>
                  <a:pt x="389625" y="360550"/>
                  <a:pt x="360550" y="389625"/>
                  <a:pt x="324686" y="389625"/>
                </a:cubicBezTo>
                <a:lnTo>
                  <a:pt x="64939" y="389625"/>
                </a:lnTo>
                <a:cubicBezTo>
                  <a:pt x="29074" y="389625"/>
                  <a:pt x="0" y="360550"/>
                  <a:pt x="0" y="324686"/>
                </a:cubicBezTo>
                <a:lnTo>
                  <a:pt x="0" y="64939"/>
                </a:lnTo>
                <a:cubicBezTo>
                  <a:pt x="0" y="29074"/>
                  <a:pt x="29074" y="0"/>
                  <a:pt x="64939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395524" y="1272772"/>
            <a:ext cx="194812" cy="194812"/>
          </a:xfrm>
          <a:custGeom>
            <a:avLst/>
            <a:gdLst/>
            <a:ahLst/>
            <a:cxnLst/>
            <a:rect l="l" t="t" r="r" b="b"/>
            <a:pathLst>
              <a:path w="194812" h="194812">
                <a:moveTo>
                  <a:pt x="97406" y="194812"/>
                </a:moveTo>
                <a:cubicBezTo>
                  <a:pt x="151166" y="194812"/>
                  <a:pt x="194812" y="151166"/>
                  <a:pt x="194812" y="97406"/>
                </a:cubicBezTo>
                <a:cubicBezTo>
                  <a:pt x="194812" y="43646"/>
                  <a:pt x="151166" y="0"/>
                  <a:pt x="97406" y="0"/>
                </a:cubicBezTo>
                <a:cubicBezTo>
                  <a:pt x="43646" y="0"/>
                  <a:pt x="0" y="43646"/>
                  <a:pt x="0" y="97406"/>
                </a:cubicBezTo>
                <a:cubicBezTo>
                  <a:pt x="0" y="151166"/>
                  <a:pt x="43646" y="194812"/>
                  <a:pt x="97406" y="194812"/>
                </a:cubicBezTo>
                <a:close/>
                <a:moveTo>
                  <a:pt x="63923" y="88274"/>
                </a:moveTo>
                <a:lnTo>
                  <a:pt x="130889" y="88274"/>
                </a:lnTo>
                <a:cubicBezTo>
                  <a:pt x="135950" y="88274"/>
                  <a:pt x="140021" y="92346"/>
                  <a:pt x="140021" y="97406"/>
                </a:cubicBezTo>
                <a:cubicBezTo>
                  <a:pt x="140021" y="102467"/>
                  <a:pt x="135950" y="106538"/>
                  <a:pt x="130889" y="106538"/>
                </a:cubicBezTo>
                <a:lnTo>
                  <a:pt x="63923" y="106538"/>
                </a:lnTo>
                <a:cubicBezTo>
                  <a:pt x="58862" y="106538"/>
                  <a:pt x="54791" y="102467"/>
                  <a:pt x="54791" y="97406"/>
                </a:cubicBezTo>
                <a:cubicBezTo>
                  <a:pt x="54791" y="92346"/>
                  <a:pt x="58862" y="88274"/>
                  <a:pt x="63923" y="8827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5" name="Text 63"/>
          <p:cNvSpPr/>
          <p:nvPr/>
        </p:nvSpPr>
        <p:spPr>
          <a:xfrm>
            <a:off x="6785149" y="1256537"/>
            <a:ext cx="982178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8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Недостатки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14352" y="1662396"/>
            <a:ext cx="5422274" cy="551968"/>
          </a:xfrm>
          <a:custGeom>
            <a:avLst/>
            <a:gdLst/>
            <a:ahLst/>
            <a:cxnLst/>
            <a:rect l="l" t="t" r="r" b="b"/>
            <a:pathLst>
              <a:path w="5422274" h="551968">
                <a:moveTo>
                  <a:pt x="32469" y="0"/>
                </a:moveTo>
                <a:lnTo>
                  <a:pt x="5357335" y="0"/>
                </a:lnTo>
                <a:cubicBezTo>
                  <a:pt x="5393200" y="0"/>
                  <a:pt x="5422274" y="29074"/>
                  <a:pt x="5422274" y="64939"/>
                </a:cubicBezTo>
                <a:lnTo>
                  <a:pt x="5422274" y="487029"/>
                </a:lnTo>
                <a:cubicBezTo>
                  <a:pt x="5422274" y="522894"/>
                  <a:pt x="5393200" y="551968"/>
                  <a:pt x="5357335" y="551968"/>
                </a:cubicBezTo>
                <a:lnTo>
                  <a:pt x="32469" y="551968"/>
                </a:lnTo>
                <a:cubicBezTo>
                  <a:pt x="14549" y="551968"/>
                  <a:pt x="0" y="537419"/>
                  <a:pt x="0" y="519499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67" name="Shape 65"/>
          <p:cNvSpPr/>
          <p:nvPr/>
        </p:nvSpPr>
        <p:spPr>
          <a:xfrm>
            <a:off x="6314352" y="1662396"/>
            <a:ext cx="32469" cy="551968"/>
          </a:xfrm>
          <a:custGeom>
            <a:avLst/>
            <a:gdLst/>
            <a:ahLst/>
            <a:cxnLst/>
            <a:rect l="l" t="t" r="r" b="b"/>
            <a:pathLst>
              <a:path w="32469" h="551968">
                <a:moveTo>
                  <a:pt x="32469" y="0"/>
                </a:moveTo>
                <a:lnTo>
                  <a:pt x="32469" y="0"/>
                </a:lnTo>
                <a:lnTo>
                  <a:pt x="32469" y="551968"/>
                </a:lnTo>
                <a:lnTo>
                  <a:pt x="32469" y="551968"/>
                </a:lnTo>
                <a:cubicBezTo>
                  <a:pt x="14537" y="551968"/>
                  <a:pt x="0" y="537431"/>
                  <a:pt x="0" y="519499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68" name="Shape 66"/>
          <p:cNvSpPr/>
          <p:nvPr/>
        </p:nvSpPr>
        <p:spPr>
          <a:xfrm>
            <a:off x="6444227" y="1792271"/>
            <a:ext cx="129875" cy="129875"/>
          </a:xfrm>
          <a:custGeom>
            <a:avLst/>
            <a:gdLst/>
            <a:ahLst/>
            <a:cxnLst/>
            <a:rect l="l" t="t" r="r" b="b"/>
            <a:pathLst>
              <a:path w="129875" h="129875">
                <a:moveTo>
                  <a:pt x="64937" y="0"/>
                </a:moveTo>
                <a:cubicBezTo>
                  <a:pt x="68666" y="0"/>
                  <a:pt x="72091" y="2055"/>
                  <a:pt x="73866" y="5327"/>
                </a:cubicBezTo>
                <a:lnTo>
                  <a:pt x="128657" y="106792"/>
                </a:lnTo>
                <a:cubicBezTo>
                  <a:pt x="130357" y="109937"/>
                  <a:pt x="130281" y="113742"/>
                  <a:pt x="128454" y="116811"/>
                </a:cubicBezTo>
                <a:cubicBezTo>
                  <a:pt x="126628" y="119881"/>
                  <a:pt x="123305" y="121758"/>
                  <a:pt x="119728" y="121758"/>
                </a:cubicBezTo>
                <a:lnTo>
                  <a:pt x="10146" y="121758"/>
                </a:lnTo>
                <a:cubicBezTo>
                  <a:pt x="6570" y="121758"/>
                  <a:pt x="3272" y="119881"/>
                  <a:pt x="1421" y="116811"/>
                </a:cubicBezTo>
                <a:cubicBezTo>
                  <a:pt x="-431" y="113742"/>
                  <a:pt x="-482" y="109937"/>
                  <a:pt x="1218" y="106792"/>
                </a:cubicBezTo>
                <a:lnTo>
                  <a:pt x="56009" y="5327"/>
                </a:lnTo>
                <a:cubicBezTo>
                  <a:pt x="57784" y="2055"/>
                  <a:pt x="61209" y="0"/>
                  <a:pt x="64937" y="0"/>
                </a:cubicBezTo>
                <a:close/>
                <a:moveTo>
                  <a:pt x="64937" y="42615"/>
                </a:moveTo>
                <a:cubicBezTo>
                  <a:pt x="61564" y="42615"/>
                  <a:pt x="58850" y="45329"/>
                  <a:pt x="58850" y="48703"/>
                </a:cubicBezTo>
                <a:lnTo>
                  <a:pt x="58850" y="77113"/>
                </a:lnTo>
                <a:cubicBezTo>
                  <a:pt x="58850" y="80487"/>
                  <a:pt x="61564" y="83201"/>
                  <a:pt x="64937" y="83201"/>
                </a:cubicBezTo>
                <a:cubicBezTo>
                  <a:pt x="68311" y="83201"/>
                  <a:pt x="71025" y="80487"/>
                  <a:pt x="71025" y="77113"/>
                </a:cubicBezTo>
                <a:lnTo>
                  <a:pt x="71025" y="48703"/>
                </a:lnTo>
                <a:cubicBezTo>
                  <a:pt x="71025" y="45329"/>
                  <a:pt x="68311" y="42615"/>
                  <a:pt x="64937" y="42615"/>
                </a:cubicBezTo>
                <a:close/>
                <a:moveTo>
                  <a:pt x="71710" y="97406"/>
                </a:moveTo>
                <a:cubicBezTo>
                  <a:pt x="71864" y="94892"/>
                  <a:pt x="70611" y="92500"/>
                  <a:pt x="68455" y="91197"/>
                </a:cubicBezTo>
                <a:cubicBezTo>
                  <a:pt x="66300" y="89893"/>
                  <a:pt x="63600" y="89893"/>
                  <a:pt x="61445" y="91197"/>
                </a:cubicBezTo>
                <a:cubicBezTo>
                  <a:pt x="59290" y="92500"/>
                  <a:pt x="58036" y="94892"/>
                  <a:pt x="58190" y="97406"/>
                </a:cubicBezTo>
                <a:cubicBezTo>
                  <a:pt x="58036" y="99920"/>
                  <a:pt x="59290" y="102312"/>
                  <a:pt x="61445" y="103616"/>
                </a:cubicBezTo>
                <a:cubicBezTo>
                  <a:pt x="63600" y="104919"/>
                  <a:pt x="66300" y="104919"/>
                  <a:pt x="68455" y="103616"/>
                </a:cubicBezTo>
                <a:cubicBezTo>
                  <a:pt x="70611" y="102312"/>
                  <a:pt x="71864" y="99920"/>
                  <a:pt x="71710" y="97406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69" name="Text 67"/>
          <p:cNvSpPr/>
          <p:nvPr/>
        </p:nvSpPr>
        <p:spPr>
          <a:xfrm>
            <a:off x="6655274" y="1759802"/>
            <a:ext cx="2914067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Требуется JRE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655274" y="1954615"/>
            <a:ext cx="2905949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Необходимость установки Java Runtime Environment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14352" y="2279302"/>
            <a:ext cx="5422274" cy="551968"/>
          </a:xfrm>
          <a:custGeom>
            <a:avLst/>
            <a:gdLst/>
            <a:ahLst/>
            <a:cxnLst/>
            <a:rect l="l" t="t" r="r" b="b"/>
            <a:pathLst>
              <a:path w="5422274" h="551968">
                <a:moveTo>
                  <a:pt x="32469" y="0"/>
                </a:moveTo>
                <a:lnTo>
                  <a:pt x="5357335" y="0"/>
                </a:lnTo>
                <a:cubicBezTo>
                  <a:pt x="5393200" y="0"/>
                  <a:pt x="5422274" y="29074"/>
                  <a:pt x="5422274" y="64939"/>
                </a:cubicBezTo>
                <a:lnTo>
                  <a:pt x="5422274" y="487029"/>
                </a:lnTo>
                <a:cubicBezTo>
                  <a:pt x="5422274" y="522894"/>
                  <a:pt x="5393200" y="551968"/>
                  <a:pt x="5357335" y="551968"/>
                </a:cubicBezTo>
                <a:lnTo>
                  <a:pt x="32469" y="551968"/>
                </a:lnTo>
                <a:cubicBezTo>
                  <a:pt x="14549" y="551968"/>
                  <a:pt x="0" y="537419"/>
                  <a:pt x="0" y="519499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72" name="Shape 70"/>
          <p:cNvSpPr/>
          <p:nvPr/>
        </p:nvSpPr>
        <p:spPr>
          <a:xfrm>
            <a:off x="6314352" y="2279302"/>
            <a:ext cx="32469" cy="551968"/>
          </a:xfrm>
          <a:custGeom>
            <a:avLst/>
            <a:gdLst/>
            <a:ahLst/>
            <a:cxnLst/>
            <a:rect l="l" t="t" r="r" b="b"/>
            <a:pathLst>
              <a:path w="32469" h="551968">
                <a:moveTo>
                  <a:pt x="32469" y="0"/>
                </a:moveTo>
                <a:lnTo>
                  <a:pt x="32469" y="0"/>
                </a:lnTo>
                <a:lnTo>
                  <a:pt x="32469" y="551968"/>
                </a:lnTo>
                <a:lnTo>
                  <a:pt x="32469" y="551968"/>
                </a:lnTo>
                <a:cubicBezTo>
                  <a:pt x="14537" y="551968"/>
                  <a:pt x="0" y="537431"/>
                  <a:pt x="0" y="519499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73" name="Shape 71"/>
          <p:cNvSpPr/>
          <p:nvPr/>
        </p:nvSpPr>
        <p:spPr>
          <a:xfrm>
            <a:off x="6444227" y="2409177"/>
            <a:ext cx="129875" cy="129875"/>
          </a:xfrm>
          <a:custGeom>
            <a:avLst/>
            <a:gdLst/>
            <a:ahLst/>
            <a:cxnLst/>
            <a:rect l="l" t="t" r="r" b="b"/>
            <a:pathLst>
              <a:path w="129875" h="129875">
                <a:moveTo>
                  <a:pt x="64937" y="0"/>
                </a:moveTo>
                <a:cubicBezTo>
                  <a:pt x="68666" y="0"/>
                  <a:pt x="72091" y="2055"/>
                  <a:pt x="73866" y="5327"/>
                </a:cubicBezTo>
                <a:lnTo>
                  <a:pt x="128657" y="106792"/>
                </a:lnTo>
                <a:cubicBezTo>
                  <a:pt x="130357" y="109937"/>
                  <a:pt x="130281" y="113742"/>
                  <a:pt x="128454" y="116811"/>
                </a:cubicBezTo>
                <a:cubicBezTo>
                  <a:pt x="126628" y="119881"/>
                  <a:pt x="123305" y="121758"/>
                  <a:pt x="119728" y="121758"/>
                </a:cubicBezTo>
                <a:lnTo>
                  <a:pt x="10146" y="121758"/>
                </a:lnTo>
                <a:cubicBezTo>
                  <a:pt x="6570" y="121758"/>
                  <a:pt x="3272" y="119881"/>
                  <a:pt x="1421" y="116811"/>
                </a:cubicBezTo>
                <a:cubicBezTo>
                  <a:pt x="-431" y="113742"/>
                  <a:pt x="-482" y="109937"/>
                  <a:pt x="1218" y="106792"/>
                </a:cubicBezTo>
                <a:lnTo>
                  <a:pt x="56009" y="5327"/>
                </a:lnTo>
                <a:cubicBezTo>
                  <a:pt x="57784" y="2055"/>
                  <a:pt x="61209" y="0"/>
                  <a:pt x="64937" y="0"/>
                </a:cubicBezTo>
                <a:close/>
                <a:moveTo>
                  <a:pt x="64937" y="42615"/>
                </a:moveTo>
                <a:cubicBezTo>
                  <a:pt x="61564" y="42615"/>
                  <a:pt x="58850" y="45329"/>
                  <a:pt x="58850" y="48703"/>
                </a:cubicBezTo>
                <a:lnTo>
                  <a:pt x="58850" y="77113"/>
                </a:lnTo>
                <a:cubicBezTo>
                  <a:pt x="58850" y="80487"/>
                  <a:pt x="61564" y="83201"/>
                  <a:pt x="64937" y="83201"/>
                </a:cubicBezTo>
                <a:cubicBezTo>
                  <a:pt x="68311" y="83201"/>
                  <a:pt x="71025" y="80487"/>
                  <a:pt x="71025" y="77113"/>
                </a:cubicBezTo>
                <a:lnTo>
                  <a:pt x="71025" y="48703"/>
                </a:lnTo>
                <a:cubicBezTo>
                  <a:pt x="71025" y="45329"/>
                  <a:pt x="68311" y="42615"/>
                  <a:pt x="64937" y="42615"/>
                </a:cubicBezTo>
                <a:close/>
                <a:moveTo>
                  <a:pt x="71710" y="97406"/>
                </a:moveTo>
                <a:cubicBezTo>
                  <a:pt x="71864" y="94892"/>
                  <a:pt x="70611" y="92500"/>
                  <a:pt x="68455" y="91197"/>
                </a:cubicBezTo>
                <a:cubicBezTo>
                  <a:pt x="66300" y="89893"/>
                  <a:pt x="63600" y="89893"/>
                  <a:pt x="61445" y="91197"/>
                </a:cubicBezTo>
                <a:cubicBezTo>
                  <a:pt x="59290" y="92500"/>
                  <a:pt x="58036" y="94892"/>
                  <a:pt x="58190" y="97406"/>
                </a:cubicBezTo>
                <a:cubicBezTo>
                  <a:pt x="58036" y="99920"/>
                  <a:pt x="59290" y="102312"/>
                  <a:pt x="61445" y="103616"/>
                </a:cubicBezTo>
                <a:cubicBezTo>
                  <a:pt x="63600" y="104919"/>
                  <a:pt x="66300" y="104919"/>
                  <a:pt x="68455" y="103616"/>
                </a:cubicBezTo>
                <a:cubicBezTo>
                  <a:pt x="70611" y="102312"/>
                  <a:pt x="71864" y="99920"/>
                  <a:pt x="71710" y="97406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74" name="Text 72"/>
          <p:cNvSpPr/>
          <p:nvPr/>
        </p:nvSpPr>
        <p:spPr>
          <a:xfrm>
            <a:off x="6655274" y="2376708"/>
            <a:ext cx="2711137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Нет синхронизации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655274" y="2571520"/>
            <a:ext cx="2703020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Отсутствие синхронизации между устройствами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314352" y="2896207"/>
            <a:ext cx="5422274" cy="551968"/>
          </a:xfrm>
          <a:custGeom>
            <a:avLst/>
            <a:gdLst/>
            <a:ahLst/>
            <a:cxnLst/>
            <a:rect l="l" t="t" r="r" b="b"/>
            <a:pathLst>
              <a:path w="5422274" h="551968">
                <a:moveTo>
                  <a:pt x="32469" y="0"/>
                </a:moveTo>
                <a:lnTo>
                  <a:pt x="5357335" y="0"/>
                </a:lnTo>
                <a:cubicBezTo>
                  <a:pt x="5393200" y="0"/>
                  <a:pt x="5422274" y="29074"/>
                  <a:pt x="5422274" y="64939"/>
                </a:cubicBezTo>
                <a:lnTo>
                  <a:pt x="5422274" y="487029"/>
                </a:lnTo>
                <a:cubicBezTo>
                  <a:pt x="5422274" y="522894"/>
                  <a:pt x="5393200" y="551968"/>
                  <a:pt x="5357335" y="551968"/>
                </a:cubicBezTo>
                <a:lnTo>
                  <a:pt x="32469" y="551968"/>
                </a:lnTo>
                <a:cubicBezTo>
                  <a:pt x="14549" y="551968"/>
                  <a:pt x="0" y="537419"/>
                  <a:pt x="0" y="519499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77" name="Shape 75"/>
          <p:cNvSpPr/>
          <p:nvPr/>
        </p:nvSpPr>
        <p:spPr>
          <a:xfrm>
            <a:off x="6314352" y="2896207"/>
            <a:ext cx="32469" cy="551968"/>
          </a:xfrm>
          <a:custGeom>
            <a:avLst/>
            <a:gdLst/>
            <a:ahLst/>
            <a:cxnLst/>
            <a:rect l="l" t="t" r="r" b="b"/>
            <a:pathLst>
              <a:path w="32469" h="551968">
                <a:moveTo>
                  <a:pt x="32469" y="0"/>
                </a:moveTo>
                <a:lnTo>
                  <a:pt x="32469" y="0"/>
                </a:lnTo>
                <a:lnTo>
                  <a:pt x="32469" y="551968"/>
                </a:lnTo>
                <a:lnTo>
                  <a:pt x="32469" y="551968"/>
                </a:lnTo>
                <a:cubicBezTo>
                  <a:pt x="14537" y="551968"/>
                  <a:pt x="0" y="537431"/>
                  <a:pt x="0" y="519499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78" name="Shape 76"/>
          <p:cNvSpPr/>
          <p:nvPr/>
        </p:nvSpPr>
        <p:spPr>
          <a:xfrm>
            <a:off x="6444227" y="3026082"/>
            <a:ext cx="129875" cy="129875"/>
          </a:xfrm>
          <a:custGeom>
            <a:avLst/>
            <a:gdLst/>
            <a:ahLst/>
            <a:cxnLst/>
            <a:rect l="l" t="t" r="r" b="b"/>
            <a:pathLst>
              <a:path w="129875" h="129875">
                <a:moveTo>
                  <a:pt x="64937" y="0"/>
                </a:moveTo>
                <a:cubicBezTo>
                  <a:pt x="68666" y="0"/>
                  <a:pt x="72091" y="2055"/>
                  <a:pt x="73866" y="5327"/>
                </a:cubicBezTo>
                <a:lnTo>
                  <a:pt x="128657" y="106792"/>
                </a:lnTo>
                <a:cubicBezTo>
                  <a:pt x="130357" y="109937"/>
                  <a:pt x="130281" y="113742"/>
                  <a:pt x="128454" y="116811"/>
                </a:cubicBezTo>
                <a:cubicBezTo>
                  <a:pt x="126628" y="119881"/>
                  <a:pt x="123305" y="121758"/>
                  <a:pt x="119728" y="121758"/>
                </a:cubicBezTo>
                <a:lnTo>
                  <a:pt x="10146" y="121758"/>
                </a:lnTo>
                <a:cubicBezTo>
                  <a:pt x="6570" y="121758"/>
                  <a:pt x="3272" y="119881"/>
                  <a:pt x="1421" y="116811"/>
                </a:cubicBezTo>
                <a:cubicBezTo>
                  <a:pt x="-431" y="113742"/>
                  <a:pt x="-482" y="109937"/>
                  <a:pt x="1218" y="106792"/>
                </a:cubicBezTo>
                <a:lnTo>
                  <a:pt x="56009" y="5327"/>
                </a:lnTo>
                <a:cubicBezTo>
                  <a:pt x="57784" y="2055"/>
                  <a:pt x="61209" y="0"/>
                  <a:pt x="64937" y="0"/>
                </a:cubicBezTo>
                <a:close/>
                <a:moveTo>
                  <a:pt x="64937" y="42615"/>
                </a:moveTo>
                <a:cubicBezTo>
                  <a:pt x="61564" y="42615"/>
                  <a:pt x="58850" y="45329"/>
                  <a:pt x="58850" y="48703"/>
                </a:cubicBezTo>
                <a:lnTo>
                  <a:pt x="58850" y="77113"/>
                </a:lnTo>
                <a:cubicBezTo>
                  <a:pt x="58850" y="80487"/>
                  <a:pt x="61564" y="83201"/>
                  <a:pt x="64937" y="83201"/>
                </a:cubicBezTo>
                <a:cubicBezTo>
                  <a:pt x="68311" y="83201"/>
                  <a:pt x="71025" y="80487"/>
                  <a:pt x="71025" y="77113"/>
                </a:cubicBezTo>
                <a:lnTo>
                  <a:pt x="71025" y="48703"/>
                </a:lnTo>
                <a:cubicBezTo>
                  <a:pt x="71025" y="45329"/>
                  <a:pt x="68311" y="42615"/>
                  <a:pt x="64937" y="42615"/>
                </a:cubicBezTo>
                <a:close/>
                <a:moveTo>
                  <a:pt x="71710" y="97406"/>
                </a:moveTo>
                <a:cubicBezTo>
                  <a:pt x="71864" y="94892"/>
                  <a:pt x="70611" y="92500"/>
                  <a:pt x="68455" y="91197"/>
                </a:cubicBezTo>
                <a:cubicBezTo>
                  <a:pt x="66300" y="89893"/>
                  <a:pt x="63600" y="89893"/>
                  <a:pt x="61445" y="91197"/>
                </a:cubicBezTo>
                <a:cubicBezTo>
                  <a:pt x="59290" y="92500"/>
                  <a:pt x="58036" y="94892"/>
                  <a:pt x="58190" y="97406"/>
                </a:cubicBezTo>
                <a:cubicBezTo>
                  <a:pt x="58036" y="99920"/>
                  <a:pt x="59290" y="102312"/>
                  <a:pt x="61445" y="103616"/>
                </a:cubicBezTo>
                <a:cubicBezTo>
                  <a:pt x="63600" y="104919"/>
                  <a:pt x="66300" y="104919"/>
                  <a:pt x="68455" y="103616"/>
                </a:cubicBezTo>
                <a:cubicBezTo>
                  <a:pt x="70611" y="102312"/>
                  <a:pt x="71864" y="99920"/>
                  <a:pt x="71710" y="97406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79" name="Text 77"/>
          <p:cNvSpPr/>
          <p:nvPr/>
        </p:nvSpPr>
        <p:spPr>
          <a:xfrm>
            <a:off x="6655274" y="2993613"/>
            <a:ext cx="2134818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Ограниченная аналитика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655274" y="3188426"/>
            <a:ext cx="2126700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Базовые отчеты без прогнозирования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14352" y="3513113"/>
            <a:ext cx="5422274" cy="551968"/>
          </a:xfrm>
          <a:custGeom>
            <a:avLst/>
            <a:gdLst/>
            <a:ahLst/>
            <a:cxnLst/>
            <a:rect l="l" t="t" r="r" b="b"/>
            <a:pathLst>
              <a:path w="5422274" h="551968">
                <a:moveTo>
                  <a:pt x="32469" y="0"/>
                </a:moveTo>
                <a:lnTo>
                  <a:pt x="5357335" y="0"/>
                </a:lnTo>
                <a:cubicBezTo>
                  <a:pt x="5393200" y="0"/>
                  <a:pt x="5422274" y="29074"/>
                  <a:pt x="5422274" y="64939"/>
                </a:cubicBezTo>
                <a:lnTo>
                  <a:pt x="5422274" y="487029"/>
                </a:lnTo>
                <a:cubicBezTo>
                  <a:pt x="5422274" y="522894"/>
                  <a:pt x="5393200" y="551968"/>
                  <a:pt x="5357335" y="551968"/>
                </a:cubicBezTo>
                <a:lnTo>
                  <a:pt x="32469" y="551968"/>
                </a:lnTo>
                <a:cubicBezTo>
                  <a:pt x="14549" y="551968"/>
                  <a:pt x="0" y="537419"/>
                  <a:pt x="0" y="519499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1E1E1E"/>
          </a:solidFill>
          <a:ln/>
        </p:spPr>
      </p:sp>
      <p:sp>
        <p:nvSpPr>
          <p:cNvPr id="82" name="Shape 80"/>
          <p:cNvSpPr/>
          <p:nvPr/>
        </p:nvSpPr>
        <p:spPr>
          <a:xfrm>
            <a:off x="6314352" y="3513113"/>
            <a:ext cx="32469" cy="551968"/>
          </a:xfrm>
          <a:custGeom>
            <a:avLst/>
            <a:gdLst/>
            <a:ahLst/>
            <a:cxnLst/>
            <a:rect l="l" t="t" r="r" b="b"/>
            <a:pathLst>
              <a:path w="32469" h="551968">
                <a:moveTo>
                  <a:pt x="32469" y="0"/>
                </a:moveTo>
                <a:lnTo>
                  <a:pt x="32469" y="0"/>
                </a:lnTo>
                <a:lnTo>
                  <a:pt x="32469" y="551968"/>
                </a:lnTo>
                <a:lnTo>
                  <a:pt x="32469" y="551968"/>
                </a:lnTo>
                <a:cubicBezTo>
                  <a:pt x="14537" y="551968"/>
                  <a:pt x="0" y="537431"/>
                  <a:pt x="0" y="519499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83" name="Shape 81"/>
          <p:cNvSpPr/>
          <p:nvPr/>
        </p:nvSpPr>
        <p:spPr>
          <a:xfrm>
            <a:off x="6444227" y="3642987"/>
            <a:ext cx="129875" cy="129875"/>
          </a:xfrm>
          <a:custGeom>
            <a:avLst/>
            <a:gdLst/>
            <a:ahLst/>
            <a:cxnLst/>
            <a:rect l="l" t="t" r="r" b="b"/>
            <a:pathLst>
              <a:path w="129875" h="129875">
                <a:moveTo>
                  <a:pt x="64937" y="0"/>
                </a:moveTo>
                <a:cubicBezTo>
                  <a:pt x="68666" y="0"/>
                  <a:pt x="72091" y="2055"/>
                  <a:pt x="73866" y="5327"/>
                </a:cubicBezTo>
                <a:lnTo>
                  <a:pt x="128657" y="106792"/>
                </a:lnTo>
                <a:cubicBezTo>
                  <a:pt x="130357" y="109937"/>
                  <a:pt x="130281" y="113742"/>
                  <a:pt x="128454" y="116811"/>
                </a:cubicBezTo>
                <a:cubicBezTo>
                  <a:pt x="126628" y="119881"/>
                  <a:pt x="123305" y="121758"/>
                  <a:pt x="119728" y="121758"/>
                </a:cubicBezTo>
                <a:lnTo>
                  <a:pt x="10146" y="121758"/>
                </a:lnTo>
                <a:cubicBezTo>
                  <a:pt x="6570" y="121758"/>
                  <a:pt x="3272" y="119881"/>
                  <a:pt x="1421" y="116811"/>
                </a:cubicBezTo>
                <a:cubicBezTo>
                  <a:pt x="-431" y="113742"/>
                  <a:pt x="-482" y="109937"/>
                  <a:pt x="1218" y="106792"/>
                </a:cubicBezTo>
                <a:lnTo>
                  <a:pt x="56009" y="5327"/>
                </a:lnTo>
                <a:cubicBezTo>
                  <a:pt x="57784" y="2055"/>
                  <a:pt x="61209" y="0"/>
                  <a:pt x="64937" y="0"/>
                </a:cubicBezTo>
                <a:close/>
                <a:moveTo>
                  <a:pt x="64937" y="42615"/>
                </a:moveTo>
                <a:cubicBezTo>
                  <a:pt x="61564" y="42615"/>
                  <a:pt x="58850" y="45329"/>
                  <a:pt x="58850" y="48703"/>
                </a:cubicBezTo>
                <a:lnTo>
                  <a:pt x="58850" y="77113"/>
                </a:lnTo>
                <a:cubicBezTo>
                  <a:pt x="58850" y="80487"/>
                  <a:pt x="61564" y="83201"/>
                  <a:pt x="64937" y="83201"/>
                </a:cubicBezTo>
                <a:cubicBezTo>
                  <a:pt x="68311" y="83201"/>
                  <a:pt x="71025" y="80487"/>
                  <a:pt x="71025" y="77113"/>
                </a:cubicBezTo>
                <a:lnTo>
                  <a:pt x="71025" y="48703"/>
                </a:lnTo>
                <a:cubicBezTo>
                  <a:pt x="71025" y="45329"/>
                  <a:pt x="68311" y="42615"/>
                  <a:pt x="64937" y="42615"/>
                </a:cubicBezTo>
                <a:close/>
                <a:moveTo>
                  <a:pt x="71710" y="97406"/>
                </a:moveTo>
                <a:cubicBezTo>
                  <a:pt x="71864" y="94892"/>
                  <a:pt x="70611" y="92500"/>
                  <a:pt x="68455" y="91197"/>
                </a:cubicBezTo>
                <a:cubicBezTo>
                  <a:pt x="66300" y="89893"/>
                  <a:pt x="63600" y="89893"/>
                  <a:pt x="61445" y="91197"/>
                </a:cubicBezTo>
                <a:cubicBezTo>
                  <a:pt x="59290" y="92500"/>
                  <a:pt x="58036" y="94892"/>
                  <a:pt x="58190" y="97406"/>
                </a:cubicBezTo>
                <a:cubicBezTo>
                  <a:pt x="58036" y="99920"/>
                  <a:pt x="59290" y="102312"/>
                  <a:pt x="61445" y="103616"/>
                </a:cubicBezTo>
                <a:cubicBezTo>
                  <a:pt x="63600" y="104919"/>
                  <a:pt x="66300" y="104919"/>
                  <a:pt x="68455" y="103616"/>
                </a:cubicBezTo>
                <a:cubicBezTo>
                  <a:pt x="70611" y="102312"/>
                  <a:pt x="71864" y="99920"/>
                  <a:pt x="71710" y="97406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84" name="Text 82"/>
          <p:cNvSpPr/>
          <p:nvPr/>
        </p:nvSpPr>
        <p:spPr>
          <a:xfrm>
            <a:off x="6655274" y="3610519"/>
            <a:ext cx="2435153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Только десктоп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6655274" y="3805331"/>
            <a:ext cx="2427036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Отсутствие мобильной версии приложения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156879" y="4285868"/>
            <a:ext cx="5704752" cy="1581226"/>
          </a:xfrm>
          <a:custGeom>
            <a:avLst/>
            <a:gdLst/>
            <a:ahLst/>
            <a:cxnLst/>
            <a:rect l="l" t="t" r="r" b="b"/>
            <a:pathLst>
              <a:path w="5704752" h="1581226">
                <a:moveTo>
                  <a:pt x="97404" y="0"/>
                </a:moveTo>
                <a:lnTo>
                  <a:pt x="5607349" y="0"/>
                </a:lnTo>
                <a:cubicBezTo>
                  <a:pt x="5661143" y="0"/>
                  <a:pt x="5704752" y="43609"/>
                  <a:pt x="5704752" y="97404"/>
                </a:cubicBezTo>
                <a:lnTo>
                  <a:pt x="5704752" y="1483823"/>
                </a:lnTo>
                <a:cubicBezTo>
                  <a:pt x="5704752" y="1537617"/>
                  <a:pt x="5661143" y="1581226"/>
                  <a:pt x="5607349" y="1581226"/>
                </a:cubicBezTo>
                <a:lnTo>
                  <a:pt x="97404" y="1581226"/>
                </a:lnTo>
                <a:cubicBezTo>
                  <a:pt x="43609" y="1581226"/>
                  <a:pt x="0" y="1537617"/>
                  <a:pt x="0" y="1483823"/>
                </a:cubicBezTo>
                <a:lnTo>
                  <a:pt x="0" y="97404"/>
                </a:lnTo>
                <a:cubicBezTo>
                  <a:pt x="0" y="43645"/>
                  <a:pt x="43645" y="0"/>
                  <a:pt x="97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2176FF">
                  <a:alpha val="20000"/>
                </a:srgbClr>
              </a:gs>
              <a:gs pos="100000">
                <a:srgbClr val="4ADE80">
                  <a:alpha val="20000"/>
                </a:srgbClr>
              </a:gs>
            </a:gsLst>
            <a:lin ang="2700000" scaled="1"/>
          </a:gradFill>
          <a:ln w="10160">
            <a:solidFill>
              <a:srgbClr val="2176FF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52909" y="4418988"/>
            <a:ext cx="182636" cy="243515"/>
          </a:xfrm>
          <a:custGeom>
            <a:avLst/>
            <a:gdLst/>
            <a:ahLst/>
            <a:cxnLst/>
            <a:rect l="l" t="t" r="r" b="b"/>
            <a:pathLst>
              <a:path w="182636" h="243515">
                <a:moveTo>
                  <a:pt x="139308" y="182636"/>
                </a:moveTo>
                <a:cubicBezTo>
                  <a:pt x="142780" y="172030"/>
                  <a:pt x="149724" y="162423"/>
                  <a:pt x="157572" y="154147"/>
                </a:cubicBezTo>
                <a:cubicBezTo>
                  <a:pt x="173124" y="137786"/>
                  <a:pt x="182636" y="115670"/>
                  <a:pt x="182636" y="91318"/>
                </a:cubicBezTo>
                <a:cubicBezTo>
                  <a:pt x="182636" y="40903"/>
                  <a:pt x="141734" y="0"/>
                  <a:pt x="91318" y="0"/>
                </a:cubicBezTo>
                <a:cubicBezTo>
                  <a:pt x="40903" y="0"/>
                  <a:pt x="0" y="40903"/>
                  <a:pt x="0" y="91318"/>
                </a:cubicBezTo>
                <a:cubicBezTo>
                  <a:pt x="0" y="115670"/>
                  <a:pt x="9512" y="137786"/>
                  <a:pt x="25065" y="154147"/>
                </a:cubicBezTo>
                <a:cubicBezTo>
                  <a:pt x="32913" y="162423"/>
                  <a:pt x="39904" y="172030"/>
                  <a:pt x="43329" y="182636"/>
                </a:cubicBezTo>
                <a:lnTo>
                  <a:pt x="139260" y="182636"/>
                </a:lnTo>
                <a:close/>
                <a:moveTo>
                  <a:pt x="136977" y="205466"/>
                </a:moveTo>
                <a:lnTo>
                  <a:pt x="45659" y="205466"/>
                </a:lnTo>
                <a:lnTo>
                  <a:pt x="45659" y="213076"/>
                </a:lnTo>
                <a:cubicBezTo>
                  <a:pt x="45659" y="234098"/>
                  <a:pt x="62686" y="251125"/>
                  <a:pt x="83708" y="251125"/>
                </a:cubicBezTo>
                <a:lnTo>
                  <a:pt x="98928" y="251125"/>
                </a:lnTo>
                <a:cubicBezTo>
                  <a:pt x="119950" y="251125"/>
                  <a:pt x="136977" y="234098"/>
                  <a:pt x="136977" y="213076"/>
                </a:cubicBezTo>
                <a:lnTo>
                  <a:pt x="136977" y="205466"/>
                </a:lnTo>
                <a:close/>
                <a:moveTo>
                  <a:pt x="87513" y="53269"/>
                </a:moveTo>
                <a:cubicBezTo>
                  <a:pt x="68584" y="53269"/>
                  <a:pt x="53269" y="68584"/>
                  <a:pt x="53269" y="87513"/>
                </a:cubicBezTo>
                <a:cubicBezTo>
                  <a:pt x="53269" y="93839"/>
                  <a:pt x="48180" y="98928"/>
                  <a:pt x="41854" y="98928"/>
                </a:cubicBezTo>
                <a:cubicBezTo>
                  <a:pt x="35529" y="98928"/>
                  <a:pt x="30439" y="93839"/>
                  <a:pt x="30439" y="87513"/>
                </a:cubicBezTo>
                <a:cubicBezTo>
                  <a:pt x="30439" y="55980"/>
                  <a:pt x="55980" y="30439"/>
                  <a:pt x="87513" y="30439"/>
                </a:cubicBezTo>
                <a:cubicBezTo>
                  <a:pt x="93839" y="30439"/>
                  <a:pt x="98928" y="35529"/>
                  <a:pt x="98928" y="41854"/>
                </a:cubicBezTo>
                <a:cubicBezTo>
                  <a:pt x="98928" y="48180"/>
                  <a:pt x="93839" y="53269"/>
                  <a:pt x="87513" y="53269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88" name="Text 86"/>
          <p:cNvSpPr/>
          <p:nvPr/>
        </p:nvSpPr>
        <p:spPr>
          <a:xfrm>
            <a:off x="6691801" y="4427105"/>
            <a:ext cx="1956240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8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Области для улучшения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6306235" y="4792378"/>
            <a:ext cx="129875" cy="129875"/>
          </a:xfrm>
          <a:custGeom>
            <a:avLst/>
            <a:gdLst/>
            <a:ahLst/>
            <a:cxnLst/>
            <a:rect l="l" t="t" r="r" b="b"/>
            <a:pathLst>
              <a:path w="129875" h="129875">
                <a:moveTo>
                  <a:pt x="127490" y="70670"/>
                </a:moveTo>
                <a:cubicBezTo>
                  <a:pt x="130661" y="67499"/>
                  <a:pt x="130661" y="62350"/>
                  <a:pt x="127490" y="59179"/>
                </a:cubicBezTo>
                <a:lnTo>
                  <a:pt x="86905" y="18593"/>
                </a:lnTo>
                <a:cubicBezTo>
                  <a:pt x="83734" y="15423"/>
                  <a:pt x="78584" y="15423"/>
                  <a:pt x="75414" y="18593"/>
                </a:cubicBezTo>
                <a:cubicBezTo>
                  <a:pt x="72243" y="21764"/>
                  <a:pt x="72243" y="26914"/>
                  <a:pt x="75414" y="30084"/>
                </a:cubicBezTo>
                <a:lnTo>
                  <a:pt x="102150" y="56820"/>
                </a:lnTo>
                <a:lnTo>
                  <a:pt x="8117" y="56820"/>
                </a:lnTo>
                <a:cubicBezTo>
                  <a:pt x="3627" y="56820"/>
                  <a:pt x="0" y="60448"/>
                  <a:pt x="0" y="64937"/>
                </a:cubicBezTo>
                <a:cubicBezTo>
                  <a:pt x="0" y="69427"/>
                  <a:pt x="3627" y="73055"/>
                  <a:pt x="8117" y="73055"/>
                </a:cubicBezTo>
                <a:lnTo>
                  <a:pt x="102150" y="73055"/>
                </a:lnTo>
                <a:lnTo>
                  <a:pt x="75414" y="99791"/>
                </a:lnTo>
                <a:cubicBezTo>
                  <a:pt x="72243" y="102961"/>
                  <a:pt x="72243" y="108111"/>
                  <a:pt x="75414" y="111281"/>
                </a:cubicBezTo>
                <a:cubicBezTo>
                  <a:pt x="78584" y="114452"/>
                  <a:pt x="83734" y="114452"/>
                  <a:pt x="86905" y="111281"/>
                </a:cubicBezTo>
                <a:lnTo>
                  <a:pt x="127490" y="70696"/>
                </a:ln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90" name="Text 88"/>
          <p:cNvSpPr/>
          <p:nvPr/>
        </p:nvSpPr>
        <p:spPr>
          <a:xfrm>
            <a:off x="6517282" y="4759909"/>
            <a:ext cx="3328043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Создание нативных установщиков с встроенной JRE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6306235" y="5052128"/>
            <a:ext cx="129875" cy="129875"/>
          </a:xfrm>
          <a:custGeom>
            <a:avLst/>
            <a:gdLst/>
            <a:ahLst/>
            <a:cxnLst/>
            <a:rect l="l" t="t" r="r" b="b"/>
            <a:pathLst>
              <a:path w="129875" h="129875">
                <a:moveTo>
                  <a:pt x="127490" y="70670"/>
                </a:moveTo>
                <a:cubicBezTo>
                  <a:pt x="130661" y="67499"/>
                  <a:pt x="130661" y="62350"/>
                  <a:pt x="127490" y="59179"/>
                </a:cubicBezTo>
                <a:lnTo>
                  <a:pt x="86905" y="18593"/>
                </a:lnTo>
                <a:cubicBezTo>
                  <a:pt x="83734" y="15423"/>
                  <a:pt x="78584" y="15423"/>
                  <a:pt x="75414" y="18593"/>
                </a:cubicBezTo>
                <a:cubicBezTo>
                  <a:pt x="72243" y="21764"/>
                  <a:pt x="72243" y="26914"/>
                  <a:pt x="75414" y="30084"/>
                </a:cubicBezTo>
                <a:lnTo>
                  <a:pt x="102150" y="56820"/>
                </a:lnTo>
                <a:lnTo>
                  <a:pt x="8117" y="56820"/>
                </a:lnTo>
                <a:cubicBezTo>
                  <a:pt x="3627" y="56820"/>
                  <a:pt x="0" y="60448"/>
                  <a:pt x="0" y="64937"/>
                </a:cubicBezTo>
                <a:cubicBezTo>
                  <a:pt x="0" y="69427"/>
                  <a:pt x="3627" y="73055"/>
                  <a:pt x="8117" y="73055"/>
                </a:cubicBezTo>
                <a:lnTo>
                  <a:pt x="102150" y="73055"/>
                </a:lnTo>
                <a:lnTo>
                  <a:pt x="75414" y="99791"/>
                </a:lnTo>
                <a:cubicBezTo>
                  <a:pt x="72243" y="102961"/>
                  <a:pt x="72243" y="108111"/>
                  <a:pt x="75414" y="111281"/>
                </a:cubicBezTo>
                <a:cubicBezTo>
                  <a:pt x="78584" y="114452"/>
                  <a:pt x="83734" y="114452"/>
                  <a:pt x="86905" y="111281"/>
                </a:cubicBezTo>
                <a:lnTo>
                  <a:pt x="127490" y="70696"/>
                </a:ln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92" name="Text 90"/>
          <p:cNvSpPr/>
          <p:nvPr/>
        </p:nvSpPr>
        <p:spPr>
          <a:xfrm>
            <a:off x="6517282" y="5019659"/>
            <a:ext cx="2483856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Добавление экспорта/импорта данных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6306235" y="5311877"/>
            <a:ext cx="129875" cy="129875"/>
          </a:xfrm>
          <a:custGeom>
            <a:avLst/>
            <a:gdLst/>
            <a:ahLst/>
            <a:cxnLst/>
            <a:rect l="l" t="t" r="r" b="b"/>
            <a:pathLst>
              <a:path w="129875" h="129875">
                <a:moveTo>
                  <a:pt x="127490" y="70670"/>
                </a:moveTo>
                <a:cubicBezTo>
                  <a:pt x="130661" y="67499"/>
                  <a:pt x="130661" y="62350"/>
                  <a:pt x="127490" y="59179"/>
                </a:cubicBezTo>
                <a:lnTo>
                  <a:pt x="86905" y="18593"/>
                </a:lnTo>
                <a:cubicBezTo>
                  <a:pt x="83734" y="15423"/>
                  <a:pt x="78584" y="15423"/>
                  <a:pt x="75414" y="18593"/>
                </a:cubicBezTo>
                <a:cubicBezTo>
                  <a:pt x="72243" y="21764"/>
                  <a:pt x="72243" y="26914"/>
                  <a:pt x="75414" y="30084"/>
                </a:cubicBezTo>
                <a:lnTo>
                  <a:pt x="102150" y="56820"/>
                </a:lnTo>
                <a:lnTo>
                  <a:pt x="8117" y="56820"/>
                </a:lnTo>
                <a:cubicBezTo>
                  <a:pt x="3627" y="56820"/>
                  <a:pt x="0" y="60448"/>
                  <a:pt x="0" y="64937"/>
                </a:cubicBezTo>
                <a:cubicBezTo>
                  <a:pt x="0" y="69427"/>
                  <a:pt x="3627" y="73055"/>
                  <a:pt x="8117" y="73055"/>
                </a:cubicBezTo>
                <a:lnTo>
                  <a:pt x="102150" y="73055"/>
                </a:lnTo>
                <a:lnTo>
                  <a:pt x="75414" y="99791"/>
                </a:lnTo>
                <a:cubicBezTo>
                  <a:pt x="72243" y="102961"/>
                  <a:pt x="72243" y="108111"/>
                  <a:pt x="75414" y="111281"/>
                </a:cubicBezTo>
                <a:cubicBezTo>
                  <a:pt x="78584" y="114452"/>
                  <a:pt x="83734" y="114452"/>
                  <a:pt x="86905" y="111281"/>
                </a:cubicBezTo>
                <a:lnTo>
                  <a:pt x="127490" y="70696"/>
                </a:ln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94" name="Text 92"/>
          <p:cNvSpPr/>
          <p:nvPr/>
        </p:nvSpPr>
        <p:spPr>
          <a:xfrm>
            <a:off x="6517282" y="5279409"/>
            <a:ext cx="2321513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Расширенная аналитика с трендами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6306235" y="5571627"/>
            <a:ext cx="129875" cy="129875"/>
          </a:xfrm>
          <a:custGeom>
            <a:avLst/>
            <a:gdLst/>
            <a:ahLst/>
            <a:cxnLst/>
            <a:rect l="l" t="t" r="r" b="b"/>
            <a:pathLst>
              <a:path w="129875" h="129875">
                <a:moveTo>
                  <a:pt x="127490" y="70670"/>
                </a:moveTo>
                <a:cubicBezTo>
                  <a:pt x="130661" y="67499"/>
                  <a:pt x="130661" y="62350"/>
                  <a:pt x="127490" y="59179"/>
                </a:cubicBezTo>
                <a:lnTo>
                  <a:pt x="86905" y="18593"/>
                </a:lnTo>
                <a:cubicBezTo>
                  <a:pt x="83734" y="15423"/>
                  <a:pt x="78584" y="15423"/>
                  <a:pt x="75414" y="18593"/>
                </a:cubicBezTo>
                <a:cubicBezTo>
                  <a:pt x="72243" y="21764"/>
                  <a:pt x="72243" y="26914"/>
                  <a:pt x="75414" y="30084"/>
                </a:cubicBezTo>
                <a:lnTo>
                  <a:pt x="102150" y="56820"/>
                </a:lnTo>
                <a:lnTo>
                  <a:pt x="8117" y="56820"/>
                </a:lnTo>
                <a:cubicBezTo>
                  <a:pt x="3627" y="56820"/>
                  <a:pt x="0" y="60448"/>
                  <a:pt x="0" y="64937"/>
                </a:cubicBezTo>
                <a:cubicBezTo>
                  <a:pt x="0" y="69427"/>
                  <a:pt x="3627" y="73055"/>
                  <a:pt x="8117" y="73055"/>
                </a:cubicBezTo>
                <a:lnTo>
                  <a:pt x="102150" y="73055"/>
                </a:lnTo>
                <a:lnTo>
                  <a:pt x="75414" y="99791"/>
                </a:lnTo>
                <a:cubicBezTo>
                  <a:pt x="72243" y="102961"/>
                  <a:pt x="72243" y="108111"/>
                  <a:pt x="75414" y="111281"/>
                </a:cubicBezTo>
                <a:cubicBezTo>
                  <a:pt x="78584" y="114452"/>
                  <a:pt x="83734" y="114452"/>
                  <a:pt x="86905" y="111281"/>
                </a:cubicBezTo>
                <a:lnTo>
                  <a:pt x="127490" y="70696"/>
                </a:ln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96" name="Text 94"/>
          <p:cNvSpPr/>
          <p:nvPr/>
        </p:nvSpPr>
        <p:spPr>
          <a:xfrm>
            <a:off x="6517282" y="5539158"/>
            <a:ext cx="1972474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Разработка мобильной версии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ffec452bc41c0e59024c14ec2ac4aabd757b6ea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784" b="778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1E1E">
                  <a:alpha val="95000"/>
                </a:srgbClr>
              </a:gs>
              <a:gs pos="50000">
                <a:srgbClr val="1E1E1E">
                  <a:alpha val="90000"/>
                </a:srgbClr>
              </a:gs>
              <a:gs pos="100000">
                <a:srgbClr val="2176F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829175" y="457206"/>
            <a:ext cx="2531745" cy="388620"/>
          </a:xfrm>
          <a:custGeom>
            <a:avLst/>
            <a:gdLst/>
            <a:ahLst/>
            <a:cxnLst/>
            <a:rect l="l" t="t" r="r" b="b"/>
            <a:pathLst>
              <a:path w="2531745" h="388620">
                <a:moveTo>
                  <a:pt x="194310" y="0"/>
                </a:moveTo>
                <a:lnTo>
                  <a:pt x="2337435" y="0"/>
                </a:lnTo>
                <a:cubicBezTo>
                  <a:pt x="2444749" y="0"/>
                  <a:pt x="2531745" y="86996"/>
                  <a:pt x="2531745" y="194310"/>
                </a:cubicBezTo>
                <a:lnTo>
                  <a:pt x="2531745" y="194310"/>
                </a:lnTo>
                <a:cubicBezTo>
                  <a:pt x="2531745" y="301624"/>
                  <a:pt x="2444749" y="388620"/>
                  <a:pt x="2337435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 w="1016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04435" y="5753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6" name="Text 3"/>
          <p:cNvSpPr/>
          <p:nvPr/>
        </p:nvSpPr>
        <p:spPr>
          <a:xfrm>
            <a:off x="5213985" y="537214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Проект успешно завершен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58478" y="1230632"/>
            <a:ext cx="6076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4F4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Спасибо за внимание!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1954532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176FF"/>
              </a:gs>
              <a:gs pos="100000">
                <a:srgbClr val="4ADE80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2381250" y="2221232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4F4F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Finlytics — готовое решение для управления личными финансами с полной автономностью и конфиденциальностью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81394" y="3196592"/>
            <a:ext cx="2236470" cy="1455420"/>
          </a:xfrm>
          <a:custGeom>
            <a:avLst/>
            <a:gdLst/>
            <a:ahLst/>
            <a:cxnLst/>
            <a:rect l="l" t="t" r="r" b="b"/>
            <a:pathLst>
              <a:path w="2236470" h="1455420">
                <a:moveTo>
                  <a:pt x="114294" y="0"/>
                </a:moveTo>
                <a:lnTo>
                  <a:pt x="2122176" y="0"/>
                </a:lnTo>
                <a:cubicBezTo>
                  <a:pt x="2185299" y="0"/>
                  <a:pt x="2236470" y="51171"/>
                  <a:pt x="2236470" y="114294"/>
                </a:cubicBezTo>
                <a:lnTo>
                  <a:pt x="2236470" y="1341126"/>
                </a:lnTo>
                <a:cubicBezTo>
                  <a:pt x="2236470" y="1404249"/>
                  <a:pt x="2185299" y="1455420"/>
                  <a:pt x="2122176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2C2C2C">
              <a:alpha val="80000"/>
            </a:srgbClr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32810" y="3352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176FF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541157" y="34766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13" name="Text 10"/>
          <p:cNvSpPr/>
          <p:nvPr/>
        </p:nvSpPr>
        <p:spPr>
          <a:xfrm>
            <a:off x="2694742" y="4000500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Открытый код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704267" y="430530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 репозиторий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77765" y="3196592"/>
            <a:ext cx="2236470" cy="1455420"/>
          </a:xfrm>
          <a:custGeom>
            <a:avLst/>
            <a:gdLst/>
            <a:ahLst/>
            <a:cxnLst/>
            <a:rect l="l" t="t" r="r" b="b"/>
            <a:pathLst>
              <a:path w="2236470" h="1455420">
                <a:moveTo>
                  <a:pt x="114294" y="0"/>
                </a:moveTo>
                <a:lnTo>
                  <a:pt x="2122176" y="0"/>
                </a:lnTo>
                <a:cubicBezTo>
                  <a:pt x="2185299" y="0"/>
                  <a:pt x="2236470" y="51171"/>
                  <a:pt x="2236470" y="114294"/>
                </a:cubicBezTo>
                <a:lnTo>
                  <a:pt x="2236470" y="1341126"/>
                </a:lnTo>
                <a:cubicBezTo>
                  <a:pt x="2236470" y="1404249"/>
                  <a:pt x="2185299" y="1455420"/>
                  <a:pt x="2122176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2C2C2C">
              <a:alpha val="80000"/>
            </a:srgbClr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29181" y="3352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DE80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955387" y="34766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18" name="Text 15"/>
          <p:cNvSpPr/>
          <p:nvPr/>
        </p:nvSpPr>
        <p:spPr>
          <a:xfrm>
            <a:off x="5091113" y="4000500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Приватность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00638" y="430530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Локальное хранение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374136" y="3196592"/>
            <a:ext cx="2236470" cy="1455420"/>
          </a:xfrm>
          <a:custGeom>
            <a:avLst/>
            <a:gdLst/>
            <a:ahLst/>
            <a:cxnLst/>
            <a:rect l="l" t="t" r="r" b="b"/>
            <a:pathLst>
              <a:path w="2236470" h="1455420">
                <a:moveTo>
                  <a:pt x="114294" y="0"/>
                </a:moveTo>
                <a:lnTo>
                  <a:pt x="2122176" y="0"/>
                </a:lnTo>
                <a:cubicBezTo>
                  <a:pt x="2185299" y="0"/>
                  <a:pt x="2236470" y="51171"/>
                  <a:pt x="2236470" y="114294"/>
                </a:cubicBezTo>
                <a:lnTo>
                  <a:pt x="2236470" y="1341126"/>
                </a:lnTo>
                <a:cubicBezTo>
                  <a:pt x="2236470" y="1404249"/>
                  <a:pt x="2185299" y="1455420"/>
                  <a:pt x="2122176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2C2C2C">
              <a:alpha val="80000"/>
            </a:srgbClr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5552" y="3352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CB324">
              <a:alpha val="2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351758" y="34766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23" name="Text 20"/>
          <p:cNvSpPr/>
          <p:nvPr/>
        </p:nvSpPr>
        <p:spPr>
          <a:xfrm>
            <a:off x="7487484" y="4000500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Готов к использованию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97009" y="430530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JAR-файл для запуска</a:t>
            </a:r>
            <a:endParaRPr lang="en-US" sz="1600" dirty="0"/>
          </a:p>
        </p:txBody>
      </p:sp>
      <p:sp>
        <p:nvSpPr>
          <p:cNvPr id="25" name="Shape 22">
            <a:hlinkClick r:id="rId4"/>
          </p:cNvPr>
          <p:cNvSpPr/>
          <p:nvPr/>
        </p:nvSpPr>
        <p:spPr>
          <a:xfrm>
            <a:off x="4269105" y="4888228"/>
            <a:ext cx="3655695" cy="902970"/>
          </a:xfrm>
          <a:custGeom>
            <a:avLst/>
            <a:gdLst/>
            <a:ahLst/>
            <a:cxnLst/>
            <a:rect l="l" t="t" r="r" b="b"/>
            <a:pathLst>
              <a:path w="3655695" h="902970">
                <a:moveTo>
                  <a:pt x="114298" y="0"/>
                </a:moveTo>
                <a:lnTo>
                  <a:pt x="3541397" y="0"/>
                </a:lnTo>
                <a:cubicBezTo>
                  <a:pt x="3604522" y="0"/>
                  <a:pt x="3655695" y="51173"/>
                  <a:pt x="3655695" y="114298"/>
                </a:cubicBezTo>
                <a:lnTo>
                  <a:pt x="3655695" y="788672"/>
                </a:lnTo>
                <a:cubicBezTo>
                  <a:pt x="3655695" y="851797"/>
                  <a:pt x="3604522" y="902970"/>
                  <a:pt x="3541397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C2C2C">
              <a:alpha val="80000"/>
            </a:srgbClr>
          </a:solidFill>
          <a:ln w="10160">
            <a:solidFill>
              <a:srgbClr val="2176FF">
                <a:alpha val="40000"/>
              </a:srgbClr>
            </a:solidFill>
            <a:prstDash val="solid"/>
          </a:ln>
        </p:spPr>
      </p:sp>
      <p:sp>
        <p:nvSpPr>
          <p:cNvPr id="26" name="Shape 23">
            <a:hlinkClick r:id="rId4"/>
          </p:cNvPr>
          <p:cNvSpPr/>
          <p:nvPr/>
        </p:nvSpPr>
        <p:spPr>
          <a:xfrm>
            <a:off x="4463415" y="504444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7055" y="221791"/>
                </a:moveTo>
                <a:cubicBezTo>
                  <a:pt x="97055" y="222907"/>
                  <a:pt x="95771" y="223800"/>
                  <a:pt x="94152" y="223800"/>
                </a:cubicBezTo>
                <a:cubicBezTo>
                  <a:pt x="92311" y="223968"/>
                  <a:pt x="91027" y="223075"/>
                  <a:pt x="91027" y="221791"/>
                </a:cubicBezTo>
                <a:cubicBezTo>
                  <a:pt x="91027" y="220675"/>
                  <a:pt x="92311" y="219782"/>
                  <a:pt x="93929" y="219782"/>
                </a:cubicBezTo>
                <a:cubicBezTo>
                  <a:pt x="95603" y="219615"/>
                  <a:pt x="97055" y="220507"/>
                  <a:pt x="97055" y="221791"/>
                </a:cubicBezTo>
                <a:close/>
                <a:moveTo>
                  <a:pt x="79697" y="219280"/>
                </a:moveTo>
                <a:cubicBezTo>
                  <a:pt x="79307" y="220396"/>
                  <a:pt x="80423" y="221679"/>
                  <a:pt x="82097" y="222014"/>
                </a:cubicBezTo>
                <a:cubicBezTo>
                  <a:pt x="83548" y="222572"/>
                  <a:pt x="85223" y="222014"/>
                  <a:pt x="85558" y="220898"/>
                </a:cubicBezTo>
                <a:cubicBezTo>
                  <a:pt x="85892" y="219782"/>
                  <a:pt x="84832" y="218498"/>
                  <a:pt x="83158" y="217996"/>
                </a:cubicBezTo>
                <a:cubicBezTo>
                  <a:pt x="81707" y="217605"/>
                  <a:pt x="80088" y="218163"/>
                  <a:pt x="79697" y="219280"/>
                </a:cubicBezTo>
                <a:close/>
                <a:moveTo>
                  <a:pt x="104366" y="218331"/>
                </a:moveTo>
                <a:cubicBezTo>
                  <a:pt x="102747" y="218722"/>
                  <a:pt x="101631" y="219782"/>
                  <a:pt x="101798" y="221066"/>
                </a:cubicBezTo>
                <a:cubicBezTo>
                  <a:pt x="101966" y="222182"/>
                  <a:pt x="103417" y="222907"/>
                  <a:pt x="105091" y="222517"/>
                </a:cubicBezTo>
                <a:cubicBezTo>
                  <a:pt x="106710" y="222126"/>
                  <a:pt x="107826" y="221066"/>
                  <a:pt x="107659" y="219949"/>
                </a:cubicBezTo>
                <a:cubicBezTo>
                  <a:pt x="107491" y="218889"/>
                  <a:pt x="105984" y="218163"/>
                  <a:pt x="104366" y="218331"/>
                </a:cubicBezTo>
                <a:close/>
                <a:moveTo>
                  <a:pt x="141089" y="4465"/>
                </a:moveTo>
                <a:cubicBezTo>
                  <a:pt x="63680" y="4465"/>
                  <a:pt x="4465" y="63233"/>
                  <a:pt x="4465" y="140643"/>
                </a:cubicBezTo>
                <a:cubicBezTo>
                  <a:pt x="4465" y="202536"/>
                  <a:pt x="43421" y="255501"/>
                  <a:pt x="99064" y="274141"/>
                </a:cubicBezTo>
                <a:cubicBezTo>
                  <a:pt x="106207" y="275425"/>
                  <a:pt x="108719" y="271016"/>
                  <a:pt x="108719" y="267388"/>
                </a:cubicBezTo>
                <a:cubicBezTo>
                  <a:pt x="108719" y="263928"/>
                  <a:pt x="108552" y="244841"/>
                  <a:pt x="108552" y="233121"/>
                </a:cubicBezTo>
                <a:cubicBezTo>
                  <a:pt x="108552" y="233121"/>
                  <a:pt x="69484" y="241492"/>
                  <a:pt x="61280" y="216489"/>
                </a:cubicBezTo>
                <a:cubicBezTo>
                  <a:pt x="61280" y="216489"/>
                  <a:pt x="54918" y="200248"/>
                  <a:pt x="45765" y="196062"/>
                </a:cubicBezTo>
                <a:cubicBezTo>
                  <a:pt x="45765" y="196062"/>
                  <a:pt x="32984" y="187300"/>
                  <a:pt x="46658" y="187468"/>
                </a:cubicBezTo>
                <a:cubicBezTo>
                  <a:pt x="46658" y="187468"/>
                  <a:pt x="60554" y="188584"/>
                  <a:pt x="68200" y="201867"/>
                </a:cubicBezTo>
                <a:cubicBezTo>
                  <a:pt x="80423" y="223410"/>
                  <a:pt x="100905" y="217215"/>
                  <a:pt x="108886" y="213531"/>
                </a:cubicBezTo>
                <a:cubicBezTo>
                  <a:pt x="110170" y="204601"/>
                  <a:pt x="113798" y="198406"/>
                  <a:pt x="117816" y="194723"/>
                </a:cubicBezTo>
                <a:cubicBezTo>
                  <a:pt x="86618" y="191263"/>
                  <a:pt x="55141" y="186742"/>
                  <a:pt x="55141" y="133052"/>
                </a:cubicBezTo>
                <a:cubicBezTo>
                  <a:pt x="55141" y="117704"/>
                  <a:pt x="59382" y="110003"/>
                  <a:pt x="68312" y="100180"/>
                </a:cubicBezTo>
                <a:cubicBezTo>
                  <a:pt x="66861" y="96552"/>
                  <a:pt x="62117" y="81595"/>
                  <a:pt x="69763" y="62285"/>
                </a:cubicBezTo>
                <a:cubicBezTo>
                  <a:pt x="81428" y="58657"/>
                  <a:pt x="108272" y="77353"/>
                  <a:pt x="108272" y="77353"/>
                </a:cubicBezTo>
                <a:cubicBezTo>
                  <a:pt x="119435" y="74228"/>
                  <a:pt x="131434" y="72610"/>
                  <a:pt x="143321" y="72610"/>
                </a:cubicBezTo>
                <a:cubicBezTo>
                  <a:pt x="155209" y="72610"/>
                  <a:pt x="167208" y="74228"/>
                  <a:pt x="178371" y="77353"/>
                </a:cubicBezTo>
                <a:cubicBezTo>
                  <a:pt x="178371" y="77353"/>
                  <a:pt x="205215" y="58601"/>
                  <a:pt x="216880" y="62285"/>
                </a:cubicBezTo>
                <a:cubicBezTo>
                  <a:pt x="224526" y="81651"/>
                  <a:pt x="219782" y="96552"/>
                  <a:pt x="218331" y="100180"/>
                </a:cubicBezTo>
                <a:cubicBezTo>
                  <a:pt x="227261" y="110058"/>
                  <a:pt x="232730" y="117760"/>
                  <a:pt x="232730" y="133052"/>
                </a:cubicBezTo>
                <a:cubicBezTo>
                  <a:pt x="232730" y="186910"/>
                  <a:pt x="199858" y="191207"/>
                  <a:pt x="168659" y="194723"/>
                </a:cubicBezTo>
                <a:cubicBezTo>
                  <a:pt x="173794" y="199132"/>
                  <a:pt x="178147" y="207504"/>
                  <a:pt x="178147" y="220619"/>
                </a:cubicBezTo>
                <a:cubicBezTo>
                  <a:pt x="178147" y="239427"/>
                  <a:pt x="177980" y="262700"/>
                  <a:pt x="177980" y="267277"/>
                </a:cubicBezTo>
                <a:cubicBezTo>
                  <a:pt x="177980" y="270904"/>
                  <a:pt x="180547" y="275313"/>
                  <a:pt x="187635" y="274030"/>
                </a:cubicBezTo>
                <a:cubicBezTo>
                  <a:pt x="243446" y="255501"/>
                  <a:pt x="281285" y="202536"/>
                  <a:pt x="281285" y="140643"/>
                </a:cubicBezTo>
                <a:cubicBezTo>
                  <a:pt x="281285" y="63233"/>
                  <a:pt x="218498" y="4465"/>
                  <a:pt x="141089" y="4465"/>
                </a:cubicBezTo>
                <a:close/>
                <a:moveTo>
                  <a:pt x="58713" y="196955"/>
                </a:moveTo>
                <a:cubicBezTo>
                  <a:pt x="57987" y="197514"/>
                  <a:pt x="58155" y="198797"/>
                  <a:pt x="59103" y="199858"/>
                </a:cubicBezTo>
                <a:cubicBezTo>
                  <a:pt x="59996" y="200751"/>
                  <a:pt x="61280" y="201141"/>
                  <a:pt x="62006" y="200416"/>
                </a:cubicBezTo>
                <a:cubicBezTo>
                  <a:pt x="62731" y="199858"/>
                  <a:pt x="62564" y="198574"/>
                  <a:pt x="61615" y="197514"/>
                </a:cubicBezTo>
                <a:cubicBezTo>
                  <a:pt x="60722" y="196621"/>
                  <a:pt x="59438" y="196230"/>
                  <a:pt x="58713" y="196955"/>
                </a:cubicBezTo>
                <a:close/>
                <a:moveTo>
                  <a:pt x="52685" y="192435"/>
                </a:moveTo>
                <a:cubicBezTo>
                  <a:pt x="52294" y="193160"/>
                  <a:pt x="52853" y="194053"/>
                  <a:pt x="53969" y="194611"/>
                </a:cubicBezTo>
                <a:cubicBezTo>
                  <a:pt x="54862" y="195169"/>
                  <a:pt x="55978" y="195002"/>
                  <a:pt x="56369" y="194221"/>
                </a:cubicBezTo>
                <a:cubicBezTo>
                  <a:pt x="56759" y="193495"/>
                  <a:pt x="56201" y="192602"/>
                  <a:pt x="55085" y="192044"/>
                </a:cubicBezTo>
                <a:cubicBezTo>
                  <a:pt x="53969" y="191709"/>
                  <a:pt x="53076" y="191877"/>
                  <a:pt x="52685" y="192435"/>
                </a:cubicBezTo>
                <a:close/>
                <a:moveTo>
                  <a:pt x="70768" y="212303"/>
                </a:moveTo>
                <a:cubicBezTo>
                  <a:pt x="69875" y="213029"/>
                  <a:pt x="70210" y="214703"/>
                  <a:pt x="71493" y="215764"/>
                </a:cubicBezTo>
                <a:cubicBezTo>
                  <a:pt x="72777" y="217047"/>
                  <a:pt x="74395" y="217215"/>
                  <a:pt x="75121" y="216322"/>
                </a:cubicBezTo>
                <a:cubicBezTo>
                  <a:pt x="75847" y="215596"/>
                  <a:pt x="75512" y="213922"/>
                  <a:pt x="74395" y="212861"/>
                </a:cubicBezTo>
                <a:cubicBezTo>
                  <a:pt x="73168" y="211578"/>
                  <a:pt x="71493" y="211410"/>
                  <a:pt x="70768" y="212303"/>
                </a:cubicBezTo>
                <a:close/>
                <a:moveTo>
                  <a:pt x="64405" y="204099"/>
                </a:moveTo>
                <a:cubicBezTo>
                  <a:pt x="63512" y="204657"/>
                  <a:pt x="63512" y="206108"/>
                  <a:pt x="64405" y="207392"/>
                </a:cubicBezTo>
                <a:cubicBezTo>
                  <a:pt x="65298" y="208676"/>
                  <a:pt x="66805" y="209234"/>
                  <a:pt x="67531" y="208676"/>
                </a:cubicBezTo>
                <a:cubicBezTo>
                  <a:pt x="68424" y="207950"/>
                  <a:pt x="68424" y="206499"/>
                  <a:pt x="67531" y="205215"/>
                </a:cubicBezTo>
                <a:cubicBezTo>
                  <a:pt x="66749" y="203932"/>
                  <a:pt x="65298" y="203374"/>
                  <a:pt x="64405" y="204099"/>
                </a:cubicBez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27" name="Text 24">
            <a:hlinkClick r:id="rId4"/>
          </p:cNvPr>
          <p:cNvSpPr/>
          <p:nvPr/>
        </p:nvSpPr>
        <p:spPr>
          <a:xfrm>
            <a:off x="4849178" y="5053971"/>
            <a:ext cx="2962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github.com/Hohrandrey/Finlytics</a:t>
            </a:r>
            <a:endParaRPr lang="en-US" sz="1600" dirty="0"/>
          </a:p>
        </p:txBody>
      </p:sp>
      <p:sp>
        <p:nvSpPr>
          <p:cNvPr id="28" name="Text 25">
            <a:hlinkClick r:id="rId4"/>
          </p:cNvPr>
          <p:cNvSpPr/>
          <p:nvPr/>
        </p:nvSpPr>
        <p:spPr>
          <a:xfrm>
            <a:off x="4387215" y="5406396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Исходный код, документация и релизы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629858" y="60236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176FF"/>
          </a:solidFill>
          <a:ln/>
        </p:spPr>
      </p:sp>
      <p:sp>
        <p:nvSpPr>
          <p:cNvPr id="30" name="Text 27"/>
          <p:cNvSpPr/>
          <p:nvPr/>
        </p:nvSpPr>
        <p:spPr>
          <a:xfrm>
            <a:off x="3591758" y="6023614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087058" y="6099814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Враженко Д.О.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433298" y="60236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33" name="Text 30"/>
          <p:cNvSpPr/>
          <p:nvPr/>
        </p:nvSpPr>
        <p:spPr>
          <a:xfrm>
            <a:off x="5395198" y="6023614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E1E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Х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890498" y="6099814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Хохряков А.Ю.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206377" y="60236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CB324"/>
          </a:solidFill>
          <a:ln/>
        </p:spPr>
      </p:sp>
      <p:sp>
        <p:nvSpPr>
          <p:cNvPr id="36" name="Text 33"/>
          <p:cNvSpPr/>
          <p:nvPr/>
        </p:nvSpPr>
        <p:spPr>
          <a:xfrm>
            <a:off x="7168277" y="6023614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E1E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663577" y="6099814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Павлов Н.С.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1806</Words>
  <Application>Microsoft Office PowerPoint</Application>
  <PresentationFormat>Широкоэкранный</PresentationFormat>
  <Paragraphs>503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MiSans</vt:lpstr>
      <vt:lpstr>Arial</vt:lpstr>
      <vt:lpstr>Liter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Finlytics: Офлайн-менеджер финансов</dc:title>
  <dc:subject>Finlytics: Офлайн-менеджер финансов</dc:subject>
  <dc:creator>Kimi</dc:creator>
  <cp:lastModifiedBy>Никита Павлов</cp:lastModifiedBy>
  <cp:revision>20</cp:revision>
  <dcterms:created xsi:type="dcterms:W3CDTF">2026-04-14T07:23:00Z</dcterms:created>
  <dcterms:modified xsi:type="dcterms:W3CDTF">2026-04-14T11:46:30Z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{"Label":"Finlytics: Офлайн-менеджер финансов","ContentProducer":"001191110108MACG2KBH8F10000","ProduceID":"19d8aa5c-7742-8cb4-8000-0000141ab407","ReservedCode1":"","ContentPropagator":"001191110108MACG2KBH8F20000","PropagateID":"19d8aa5c-7742-8cb4-8000-0000141ab407","ReservedCode2":""}</vt:lpwstr>
  </property>
</Properties>
</file>